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031" r:id="rId1"/>
    <p:sldMasterId id="2147484571" r:id="rId2"/>
    <p:sldMasterId id="2147484643" r:id="rId3"/>
  </p:sldMasterIdLst>
  <p:notesMasterIdLst>
    <p:notesMasterId r:id="rId5"/>
  </p:notesMasterIdLst>
  <p:handoutMasterIdLst>
    <p:handoutMasterId r:id="rId6"/>
  </p:handoutMasterIdLst>
  <p:sldIdLst/>
  <p:sldSz cx="9144000" cy="5145088"/>
  <p:notesSz cx="6858000" cy="9144000"/>
  <p:custDataLst>
    <p:tags r:id="rId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Шаблон презентации" id="{994DA177-8E95-3544-B16B-0D247C086A8C}">
          <p14:sldIdLst>
            <p14:sldId id="1143"/>
          </p14:sldIdLst>
        </p14:section>
      </p14:sectionLst>
    </p:ext>
    <p:ext uri="{EFAFB233-063F-42B5-8137-9DF3F51BA10A}">
      <p15:sldGuideLst xmlns:p15="http://schemas.microsoft.com/office/powerpoint/2012/main">
        <p15:guide id="1" orient="horz" pos="1621"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Автор"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45BD1"/>
    <a:srgbClr val="3CB9FF"/>
    <a:srgbClr val="CC349D"/>
    <a:srgbClr val="FFFFFF"/>
    <a:srgbClr val="E3001E"/>
    <a:srgbClr val="FFC000"/>
    <a:srgbClr val="796BCF"/>
    <a:srgbClr val="5949C3"/>
    <a:srgbClr val="08020E"/>
    <a:srgbClr val="0903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Средний стиль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Средний стиль 1 — акцент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A111915-BE36-4E01-A7E5-04B1672EAD32}" styleName="Светлый стиль 2 — акцент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45" autoAdjust="0"/>
    <p:restoredTop sz="94224" autoAdjust="0"/>
  </p:normalViewPr>
  <p:slideViewPr>
    <p:cSldViewPr snapToGrid="0" showGuides="1">
      <p:cViewPr varScale="1">
        <p:scale>
          <a:sx n="153" d="100"/>
          <a:sy n="153" d="100"/>
        </p:scale>
        <p:origin x="108" y="126"/>
      </p:cViewPr>
      <p:guideLst>
        <p:guide orient="horz" pos="1621"/>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showGuides="1">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tags" Target="tags/tag1.xml"/><Relationship Id="rId8" Type="http://schemas.openxmlformats.org/officeDocument/2006/relationships/commentAuthors" Target="commentAuthors.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87AD4F-FB95-4C0F-B37B-0791A638AA6D}" type="datetimeFigureOut">
              <a:rPr lang="de-DE" smtClean="0"/>
              <a:t>23.03.2026</a:t>
            </a:fld>
            <a:endParaRPr 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A56A95-70C2-44EC-81F8-8FF24275243B}" type="slidenum">
              <a:rPr lang="de-DE" smtClean="0"/>
              <a:t>‹#›</a:t>
            </a:fld>
            <a:endParaRPr lang="de-DE"/>
          </a:p>
        </p:txBody>
      </p:sp>
    </p:spTree>
    <p:extLst>
      <p:ext uri="{BB962C8B-B14F-4D97-AF65-F5344CB8AC3E}">
        <p14:creationId xmlns:p14="http://schemas.microsoft.com/office/powerpoint/2010/main" val="37774713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n-GB"/>
          </a:p>
        </p:txBody>
      </p:sp>
    </p:spTree>
    <p:extLst>
      <p:ext uri="{BB962C8B-B14F-4D97-AF65-F5344CB8AC3E}">
        <p14:creationId xmlns:p14="http://schemas.microsoft.com/office/powerpoint/2010/main" val="2016483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megafon.ru/" TargetMode="External"/><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www.megafon.ru/" TargetMode="External"/><Relationship Id="rId3"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hyperlink" Target="http://www.megafon.ru/"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Чёрная.">
    <p:bg>
      <p:bgPr>
        <a:gradFill>
          <a:gsLst>
            <a:gs pos="52000">
              <a:schemeClr val="bg2"/>
            </a:gs>
            <a:gs pos="0">
              <a:schemeClr val="tx1">
                <a:lumMod val="50000"/>
              </a:schemeClr>
            </a:gs>
          </a:gsLst>
          <a:lin ang="18900000" scaled="1"/>
        </a:gradFill>
        <a:effectLst/>
      </p:bgPr>
    </p:bg>
    <p:spTree>
      <p:nvGrpSpPr>
        <p:cNvPr id="1" name=""/>
        <p:cNvGrpSpPr/>
        <p:nvPr/>
      </p:nvGrpSpPr>
      <p:grpSpPr>
        <a:xfrm>
          <a:off x="0" y="0"/>
          <a:ext cx="0" cy="0"/>
          <a:chOff x="0" y="0"/>
          <a:chExt cx="0" cy="0"/>
        </a:xfrm>
      </p:grpSpPr>
      <p:sp>
        <p:nvSpPr>
          <p:cNvPr id="10" name="Текст 9">
            <a:extLst>
              <a:ext uri="{FF2B5EF4-FFF2-40B4-BE49-F238E27FC236}">
                <a16:creationId xmlns:a16="http://schemas.microsoft.com/office/drawing/2014/main" id="{5C96A12A-A35F-4ABC-88A9-05260FE148AE}"/>
              </a:ext>
            </a:extLst>
          </p:cNvPr>
          <p:cNvSpPr>
            <a:spLocks noGrp="1"/>
          </p:cNvSpPr>
          <p:nvPr>
            <p:ph type="body" sz="quarter" idx="10" hasCustomPrompt="1"/>
          </p:nvPr>
        </p:nvSpPr>
        <p:spPr>
          <a:xfrm>
            <a:off x="4468946" y="3222537"/>
            <a:ext cx="3931570" cy="563250"/>
          </a:xfrm>
          <a:prstGeom prst="rect">
            <a:avLst/>
          </a:prstGeom>
        </p:spPr>
        <p:txBody>
          <a:bodyPr/>
          <a:lstStyle>
            <a:lvl1pPr marL="0" indent="0" algn="r">
              <a:spcBef>
                <a:spcPts val="0"/>
              </a:spcBef>
              <a:buNone/>
              <a:defRPr sz="1400" b="1">
                <a:solidFill>
                  <a:schemeClr val="bg1"/>
                </a:solidFill>
                <a:latin typeface="+mj-lt"/>
              </a:defRPr>
            </a:lvl1pPr>
          </a:lstStyle>
          <a:p>
            <a:pPr lvl="0"/>
            <a:r>
              <a:rPr lang="ru-RU" dirty="0"/>
              <a:t>Название презентации</a:t>
            </a:r>
            <a:br>
              <a:rPr lang="ru-RU" dirty="0"/>
            </a:br>
            <a:r>
              <a:rPr lang="ru-RU" dirty="0"/>
              <a:t>в две строчки</a:t>
            </a:r>
          </a:p>
          <a:p>
            <a:pPr lvl="0"/>
            <a:endParaRPr lang="ru-RU" dirty="0"/>
          </a:p>
        </p:txBody>
      </p:sp>
      <p:sp>
        <p:nvSpPr>
          <p:cNvPr id="13" name="TextBox 12">
            <a:extLst>
              <a:ext uri="{FF2B5EF4-FFF2-40B4-BE49-F238E27FC236}">
                <a16:creationId xmlns:a16="http://schemas.microsoft.com/office/drawing/2014/main" id="{0E782F69-AEA3-497A-A923-C6F3E8B3F747}"/>
              </a:ext>
            </a:extLst>
          </p:cNvPr>
          <p:cNvSpPr txBox="1"/>
          <p:nvPr userDrawn="1"/>
        </p:nvSpPr>
        <p:spPr>
          <a:xfrm>
            <a:off x="299103" y="282011"/>
            <a:ext cx="1114408"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b="1" i="0" u="none" strike="noStrike" dirty="0">
                <a:solidFill>
                  <a:schemeClr val="bg1"/>
                </a:solidFill>
                <a:effectLst/>
                <a:latin typeface="+mj-lt"/>
                <a:hlinkClick r:id="rId2">
                  <a:extLst>
                    <a:ext uri="{A12FA001-AC4F-418D-AE19-62706E023703}">
                      <ahyp:hlinkClr xmlns:ahyp="http://schemas.microsoft.com/office/drawing/2018/hyperlinkcolor" val="tx"/>
                    </a:ext>
                  </a:extLst>
                </a:hlinkClick>
              </a:rPr>
              <a:t>www.megafon.ru</a:t>
            </a:r>
            <a:endParaRPr lang="ru-RU" sz="900" b="1" dirty="0">
              <a:solidFill>
                <a:schemeClr val="bg1"/>
              </a:solidFill>
              <a:latin typeface="+mj-lt"/>
            </a:endParaRPr>
          </a:p>
        </p:txBody>
      </p:sp>
      <p:sp>
        <p:nvSpPr>
          <p:cNvPr id="15" name="Текст 14">
            <a:extLst>
              <a:ext uri="{FF2B5EF4-FFF2-40B4-BE49-F238E27FC236}">
                <a16:creationId xmlns:a16="http://schemas.microsoft.com/office/drawing/2014/main" id="{E5285F4B-11A1-4F7B-8861-16843F929DA5}"/>
              </a:ext>
            </a:extLst>
          </p:cNvPr>
          <p:cNvSpPr>
            <a:spLocks noGrp="1"/>
          </p:cNvSpPr>
          <p:nvPr>
            <p:ph type="body" sz="quarter" idx="11" hasCustomPrompt="1"/>
          </p:nvPr>
        </p:nvSpPr>
        <p:spPr>
          <a:xfrm>
            <a:off x="7605119" y="298802"/>
            <a:ext cx="1239778" cy="197250"/>
          </a:xfrm>
          <a:prstGeom prst="rect">
            <a:avLst/>
          </a:prstGeom>
        </p:spPr>
        <p:txBody>
          <a:bodyPr/>
          <a:lstStyle>
            <a:lvl1pPr marL="0" indent="0" algn="r">
              <a:buNone/>
              <a:defRPr sz="900" b="1">
                <a:solidFill>
                  <a:schemeClr val="bg1"/>
                </a:solidFill>
              </a:defRPr>
            </a:lvl1pPr>
          </a:lstStyle>
          <a:p>
            <a:pPr lvl="0"/>
            <a:r>
              <a:rPr lang="ru-RU" dirty="0"/>
              <a:t>00.00.00</a:t>
            </a:r>
          </a:p>
        </p:txBody>
      </p:sp>
      <p:pic>
        <p:nvPicPr>
          <p:cNvPr id="7" name="Рисунок 6">
            <a:extLst>
              <a:ext uri="{FF2B5EF4-FFF2-40B4-BE49-F238E27FC236}">
                <a16:creationId xmlns:a16="http://schemas.microsoft.com/office/drawing/2014/main" id="{A06FBD8E-4F6A-40E9-954C-771F8BB38D6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060" r="947"/>
          <a:stretch/>
        </p:blipFill>
        <p:spPr>
          <a:xfrm>
            <a:off x="0" y="1614600"/>
            <a:ext cx="9144000" cy="1676001"/>
          </a:xfrm>
          <a:prstGeom prst="rect">
            <a:avLst/>
          </a:prstGeom>
        </p:spPr>
      </p:pic>
    </p:spTree>
    <p:extLst>
      <p:ext uri="{BB962C8B-B14F-4D97-AF65-F5344CB8AC3E}">
        <p14:creationId xmlns:p14="http://schemas.microsoft.com/office/powerpoint/2010/main" val="3466203433"/>
      </p:ext>
    </p:extLst>
  </p:cSld>
  <p:clrMapOvr>
    <a:masterClrMapping/>
  </p:clrMapOvr>
  <p:transition spd="slow">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Шмутц.">
    <p:bg>
      <p:bgPr>
        <a:gradFill>
          <a:gsLst>
            <a:gs pos="52000">
              <a:schemeClr val="bg2"/>
            </a:gs>
            <a:gs pos="0">
              <a:schemeClr val="accent5">
                <a:lumMod val="40000"/>
              </a:schemeClr>
            </a:gs>
          </a:gsLst>
          <a:lin ang="18900000" scaled="1"/>
        </a:gradFill>
        <a:effectLst/>
      </p:bgPr>
    </p:bg>
    <p:spTree>
      <p:nvGrpSpPr>
        <p:cNvPr id="1" name=""/>
        <p:cNvGrpSpPr/>
        <p:nvPr/>
      </p:nvGrpSpPr>
      <p:grpSpPr>
        <a:xfrm>
          <a:off x="0" y="0"/>
          <a:ext cx="0" cy="0"/>
          <a:chOff x="0" y="0"/>
          <a:chExt cx="0" cy="0"/>
        </a:xfrm>
      </p:grpSpPr>
      <p:cxnSp>
        <p:nvCxnSpPr>
          <p:cNvPr id="2" name="Прямая соединительная линия 1">
            <a:extLst>
              <a:ext uri="{FF2B5EF4-FFF2-40B4-BE49-F238E27FC236}">
                <a16:creationId xmlns:a16="http://schemas.microsoft.com/office/drawing/2014/main" id="{334E6E95-A9B6-4994-9D03-57D5403B02D4}"/>
              </a:ext>
            </a:extLst>
          </p:cNvPr>
          <p:cNvCxnSpPr>
            <a:cxnSpLocks/>
          </p:cNvCxnSpPr>
          <p:nvPr userDrawn="1"/>
        </p:nvCxnSpPr>
        <p:spPr>
          <a:xfrm>
            <a:off x="4722909" y="2904015"/>
            <a:ext cx="2873829" cy="0"/>
          </a:xfrm>
          <a:prstGeom prst="line">
            <a:avLst/>
          </a:prstGeom>
          <a:ln w="38100" cap="rnd">
            <a:gradFill flip="none" rotWithShape="1">
              <a:gsLst>
                <a:gs pos="23000">
                  <a:schemeClr val="accent5"/>
                </a:gs>
                <a:gs pos="80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Заголовок 2">
            <a:extLst>
              <a:ext uri="{FF2B5EF4-FFF2-40B4-BE49-F238E27FC236}">
                <a16:creationId xmlns:a16="http://schemas.microsoft.com/office/drawing/2014/main" id="{D355D5D5-E274-4C7D-BBEC-E58E715061FA}"/>
              </a:ext>
            </a:extLst>
          </p:cNvPr>
          <p:cNvSpPr>
            <a:spLocks noGrp="1"/>
          </p:cNvSpPr>
          <p:nvPr>
            <p:ph type="title" hasCustomPrompt="1"/>
          </p:nvPr>
        </p:nvSpPr>
        <p:spPr>
          <a:xfrm>
            <a:off x="774534" y="1657340"/>
            <a:ext cx="6532724" cy="993775"/>
          </a:xfrm>
        </p:spPr>
        <p:txBody>
          <a:bodyPr anchor="b">
            <a:normAutofit/>
          </a:bodyPr>
          <a:lstStyle>
            <a:lvl1pPr>
              <a:defRPr sz="6000">
                <a:solidFill>
                  <a:schemeClr val="accent5"/>
                </a:solidFill>
              </a:defRPr>
            </a:lvl1pPr>
          </a:lstStyle>
          <a:p>
            <a:r>
              <a:rPr lang="ru-RU" dirty="0"/>
              <a:t>ЗАГОЛОВОК</a:t>
            </a:r>
          </a:p>
        </p:txBody>
      </p:sp>
    </p:spTree>
    <p:extLst>
      <p:ext uri="{BB962C8B-B14F-4D97-AF65-F5344CB8AC3E}">
        <p14:creationId xmlns:p14="http://schemas.microsoft.com/office/powerpoint/2010/main" val="1139841381"/>
      </p:ext>
    </p:extLst>
  </p:cSld>
  <p:clrMapOvr>
    <a:masterClrMapping/>
  </p:clrMapOvr>
  <p:transition spd="slow">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ри темных плашки, два подзаголовка. 1">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662755" y="1044774"/>
            <a:ext cx="7734559" cy="372059"/>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ED3346D-1E61-48F4-87F1-352EB49B59EA}"/>
              </a:ext>
            </a:extLst>
          </p:cNvPr>
          <p:cNvSpPr/>
          <p:nvPr userDrawn="1"/>
        </p:nvSpPr>
        <p:spPr>
          <a:xfrm>
            <a:off x="662755" y="1513436"/>
            <a:ext cx="7734559" cy="991254"/>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0D0C0806-41EF-4D4A-B044-3E6D460B3C74}"/>
              </a:ext>
            </a:extLst>
          </p:cNvPr>
          <p:cNvSpPr/>
          <p:nvPr userDrawn="1"/>
        </p:nvSpPr>
        <p:spPr>
          <a:xfrm>
            <a:off x="662755" y="2557279"/>
            <a:ext cx="7734559" cy="991254"/>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50735274-D8D0-4B93-AF95-7CA8AEFB9267}"/>
              </a:ext>
            </a:extLst>
          </p:cNvPr>
          <p:cNvSpPr/>
          <p:nvPr userDrawn="1"/>
        </p:nvSpPr>
        <p:spPr>
          <a:xfrm>
            <a:off x="662755" y="3601123"/>
            <a:ext cx="7734559" cy="991254"/>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Половина рамки 64">
            <a:extLst>
              <a:ext uri="{FF2B5EF4-FFF2-40B4-BE49-F238E27FC236}">
                <a16:creationId xmlns:a16="http://schemas.microsoft.com/office/drawing/2014/main" id="{A0CBEFE9-A7E8-4825-B8A9-249A1BC8A85D}"/>
              </a:ext>
            </a:extLst>
          </p:cNvPr>
          <p:cNvSpPr/>
          <p:nvPr userDrawn="1"/>
        </p:nvSpPr>
        <p:spPr>
          <a:xfrm rot="8100000">
            <a:off x="4241478" y="1815468"/>
            <a:ext cx="314434" cy="314434"/>
          </a:xfrm>
          <a:prstGeom prst="halfFrame">
            <a:avLst>
              <a:gd name="adj1" fmla="val 0"/>
              <a:gd name="adj2" fmla="val 0"/>
            </a:avLst>
          </a:prstGeom>
          <a:noFill/>
          <a:ln w="38100" cap="rnd">
            <a:gradFill>
              <a:gsLst>
                <a:gs pos="0">
                  <a:schemeClr val="accent5"/>
                </a:gs>
                <a:gs pos="67000">
                  <a:schemeClr val="accent2"/>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66" name="Половина рамки 65">
            <a:extLst>
              <a:ext uri="{FF2B5EF4-FFF2-40B4-BE49-F238E27FC236}">
                <a16:creationId xmlns:a16="http://schemas.microsoft.com/office/drawing/2014/main" id="{249CC75A-E3F3-444F-9D02-96C662CFF6A4}"/>
              </a:ext>
            </a:extLst>
          </p:cNvPr>
          <p:cNvSpPr/>
          <p:nvPr userDrawn="1"/>
        </p:nvSpPr>
        <p:spPr>
          <a:xfrm rot="8100000">
            <a:off x="4241478" y="2895428"/>
            <a:ext cx="314434" cy="314434"/>
          </a:xfrm>
          <a:prstGeom prst="halfFrame">
            <a:avLst>
              <a:gd name="adj1" fmla="val 0"/>
              <a:gd name="adj2" fmla="val 0"/>
            </a:avLst>
          </a:prstGeom>
          <a:noFill/>
          <a:ln w="38100" cap="rnd">
            <a:gradFill>
              <a:gsLst>
                <a:gs pos="0">
                  <a:schemeClr val="accent5"/>
                </a:gs>
                <a:gs pos="67000">
                  <a:schemeClr val="accent2"/>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67" name="Половина рамки 66">
            <a:extLst>
              <a:ext uri="{FF2B5EF4-FFF2-40B4-BE49-F238E27FC236}">
                <a16:creationId xmlns:a16="http://schemas.microsoft.com/office/drawing/2014/main" id="{D320967A-F643-414A-89F7-93232D8AE809}"/>
              </a:ext>
            </a:extLst>
          </p:cNvPr>
          <p:cNvSpPr/>
          <p:nvPr userDrawn="1"/>
        </p:nvSpPr>
        <p:spPr>
          <a:xfrm rot="8100000">
            <a:off x="4241478" y="3899020"/>
            <a:ext cx="314434" cy="314434"/>
          </a:xfrm>
          <a:prstGeom prst="halfFrame">
            <a:avLst>
              <a:gd name="adj1" fmla="val 0"/>
              <a:gd name="adj2" fmla="val 0"/>
            </a:avLst>
          </a:prstGeom>
          <a:noFill/>
          <a:ln w="38100" cap="rnd">
            <a:gradFill>
              <a:gsLst>
                <a:gs pos="0">
                  <a:schemeClr val="accent5"/>
                </a:gs>
                <a:gs pos="67000">
                  <a:schemeClr val="accent2"/>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780129" y="1107624"/>
            <a:ext cx="1530758"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5385069" y="1108128"/>
            <a:ext cx="1530758"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5385069" y="1724741"/>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5385069" y="2768584"/>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5385069" y="3812428"/>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3" name="Текст 24">
            <a:extLst>
              <a:ext uri="{FF2B5EF4-FFF2-40B4-BE49-F238E27FC236}">
                <a16:creationId xmlns:a16="http://schemas.microsoft.com/office/drawing/2014/main" id="{0B602E1A-F69E-4A08-B334-3C0883A9F49E}"/>
              </a:ext>
            </a:extLst>
          </p:cNvPr>
          <p:cNvSpPr>
            <a:spLocks noGrp="1"/>
          </p:cNvSpPr>
          <p:nvPr>
            <p:ph type="body" sz="quarter" idx="35" hasCustomPrompt="1"/>
          </p:nvPr>
        </p:nvSpPr>
        <p:spPr>
          <a:xfrm>
            <a:off x="1780129" y="1786724"/>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74" name="Текст 24">
            <a:extLst>
              <a:ext uri="{FF2B5EF4-FFF2-40B4-BE49-F238E27FC236}">
                <a16:creationId xmlns:a16="http://schemas.microsoft.com/office/drawing/2014/main" id="{5C4FFF58-14A7-47D0-8511-85236D4A9C98}"/>
              </a:ext>
            </a:extLst>
          </p:cNvPr>
          <p:cNvSpPr>
            <a:spLocks noGrp="1"/>
          </p:cNvSpPr>
          <p:nvPr>
            <p:ph type="body" sz="quarter" idx="36" hasCustomPrompt="1"/>
          </p:nvPr>
        </p:nvSpPr>
        <p:spPr>
          <a:xfrm>
            <a:off x="1780129" y="2830567"/>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75" name="Текст 24">
            <a:extLst>
              <a:ext uri="{FF2B5EF4-FFF2-40B4-BE49-F238E27FC236}">
                <a16:creationId xmlns:a16="http://schemas.microsoft.com/office/drawing/2014/main" id="{123570D6-8759-48BD-9F05-8888CF4B4755}"/>
              </a:ext>
            </a:extLst>
          </p:cNvPr>
          <p:cNvSpPr>
            <a:spLocks noGrp="1"/>
          </p:cNvSpPr>
          <p:nvPr>
            <p:ph type="body" sz="quarter" idx="37" hasCustomPrompt="1"/>
          </p:nvPr>
        </p:nvSpPr>
        <p:spPr>
          <a:xfrm>
            <a:off x="1780129" y="3874411"/>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p>
            <a:fld id="{03D1A0BF-D385-4A72-B24F-35C80431A2AC}" type="slidenum">
              <a:rPr lang="ru-RU" smtClean="0"/>
              <a:pPr/>
              <a:t>‹#›</a:t>
            </a:fld>
            <a:endParaRPr lang="ru-RU"/>
          </a:p>
        </p:txBody>
      </p:sp>
    </p:spTree>
    <p:extLst>
      <p:ext uri="{BB962C8B-B14F-4D97-AF65-F5344CB8AC3E}">
        <p14:creationId xmlns:p14="http://schemas.microsoft.com/office/powerpoint/2010/main" val="1630575547"/>
      </p:ext>
    </p:extLst>
  </p:cSld>
  <p:clrMapOvr>
    <a:masterClrMapping/>
  </p:clrMapOvr>
  <p:transition spd="slow">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ри темных плашки, два подзаголовка.2">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662755" y="1044774"/>
            <a:ext cx="7883039" cy="372059"/>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ED3346D-1E61-48F4-87F1-352EB49B59EA}"/>
              </a:ext>
            </a:extLst>
          </p:cNvPr>
          <p:cNvSpPr/>
          <p:nvPr userDrawn="1"/>
        </p:nvSpPr>
        <p:spPr>
          <a:xfrm>
            <a:off x="662755" y="1513436"/>
            <a:ext cx="7883039" cy="991254"/>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0D0C0806-41EF-4D4A-B044-3E6D460B3C74}"/>
              </a:ext>
            </a:extLst>
          </p:cNvPr>
          <p:cNvSpPr/>
          <p:nvPr userDrawn="1"/>
        </p:nvSpPr>
        <p:spPr>
          <a:xfrm>
            <a:off x="662755" y="2557279"/>
            <a:ext cx="7883039" cy="991254"/>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4" name="Прямоугольник 63">
            <a:extLst>
              <a:ext uri="{FF2B5EF4-FFF2-40B4-BE49-F238E27FC236}">
                <a16:creationId xmlns:a16="http://schemas.microsoft.com/office/drawing/2014/main" id="{50735274-D8D0-4B93-AF95-7CA8AEFB9267}"/>
              </a:ext>
            </a:extLst>
          </p:cNvPr>
          <p:cNvSpPr/>
          <p:nvPr userDrawn="1"/>
        </p:nvSpPr>
        <p:spPr>
          <a:xfrm>
            <a:off x="662755" y="3601123"/>
            <a:ext cx="7883039" cy="991254"/>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214194" y="1107624"/>
            <a:ext cx="2896333"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ДЛИННЫЙ 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5312894" y="1108128"/>
            <a:ext cx="2694516"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ДЛИННЫЙ ЗАГОЛОВОК</a:t>
            </a:r>
          </a:p>
        </p:txBody>
      </p:sp>
      <p:sp>
        <p:nvSpPr>
          <p:cNvPr id="73" name="Текст 24">
            <a:extLst>
              <a:ext uri="{FF2B5EF4-FFF2-40B4-BE49-F238E27FC236}">
                <a16:creationId xmlns:a16="http://schemas.microsoft.com/office/drawing/2014/main" id="{0B602E1A-F69E-4A08-B334-3C0883A9F49E}"/>
              </a:ext>
            </a:extLst>
          </p:cNvPr>
          <p:cNvSpPr>
            <a:spLocks noGrp="1"/>
          </p:cNvSpPr>
          <p:nvPr>
            <p:ph type="body" sz="quarter" idx="35" hasCustomPrompt="1"/>
          </p:nvPr>
        </p:nvSpPr>
        <p:spPr>
          <a:xfrm>
            <a:off x="1634847" y="1786724"/>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74" name="Текст 24">
            <a:extLst>
              <a:ext uri="{FF2B5EF4-FFF2-40B4-BE49-F238E27FC236}">
                <a16:creationId xmlns:a16="http://schemas.microsoft.com/office/drawing/2014/main" id="{5C4FFF58-14A7-47D0-8511-85236D4A9C98}"/>
              </a:ext>
            </a:extLst>
          </p:cNvPr>
          <p:cNvSpPr>
            <a:spLocks noGrp="1"/>
          </p:cNvSpPr>
          <p:nvPr>
            <p:ph type="body" sz="quarter" idx="36" hasCustomPrompt="1"/>
          </p:nvPr>
        </p:nvSpPr>
        <p:spPr>
          <a:xfrm>
            <a:off x="1634847" y="2830567"/>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75" name="Текст 24">
            <a:extLst>
              <a:ext uri="{FF2B5EF4-FFF2-40B4-BE49-F238E27FC236}">
                <a16:creationId xmlns:a16="http://schemas.microsoft.com/office/drawing/2014/main" id="{123570D6-8759-48BD-9F05-8888CF4B4755}"/>
              </a:ext>
            </a:extLst>
          </p:cNvPr>
          <p:cNvSpPr>
            <a:spLocks noGrp="1"/>
          </p:cNvSpPr>
          <p:nvPr>
            <p:ph type="body" sz="quarter" idx="37" hasCustomPrompt="1"/>
          </p:nvPr>
        </p:nvSpPr>
        <p:spPr>
          <a:xfrm>
            <a:off x="1634847" y="3874411"/>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p>
            <a:fld id="{03D1A0BF-D385-4A72-B24F-35C80431A2AC}" type="slidenum">
              <a:rPr lang="ru-RU" smtClean="0"/>
              <a:pPr/>
              <a:t>‹#›</a:t>
            </a:fld>
            <a:endParaRPr lang="ru-RU"/>
          </a:p>
        </p:txBody>
      </p:sp>
      <p:sp>
        <p:nvSpPr>
          <p:cNvPr id="20" name="Текст 24">
            <a:extLst>
              <a:ext uri="{FF2B5EF4-FFF2-40B4-BE49-F238E27FC236}">
                <a16:creationId xmlns:a16="http://schemas.microsoft.com/office/drawing/2014/main" id="{CCDC5198-4FEE-4C20-927A-4A9A50545EA3}"/>
              </a:ext>
            </a:extLst>
          </p:cNvPr>
          <p:cNvSpPr>
            <a:spLocks noGrp="1"/>
          </p:cNvSpPr>
          <p:nvPr>
            <p:ph type="body" sz="quarter" idx="45" hasCustomPrompt="1"/>
          </p:nvPr>
        </p:nvSpPr>
        <p:spPr>
          <a:xfrm>
            <a:off x="5658538" y="1786724"/>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21" name="Текст 24">
            <a:extLst>
              <a:ext uri="{FF2B5EF4-FFF2-40B4-BE49-F238E27FC236}">
                <a16:creationId xmlns:a16="http://schemas.microsoft.com/office/drawing/2014/main" id="{C9D303D2-EF23-417F-96DA-FFC8FA04CCBF}"/>
              </a:ext>
            </a:extLst>
          </p:cNvPr>
          <p:cNvSpPr>
            <a:spLocks noGrp="1"/>
          </p:cNvSpPr>
          <p:nvPr>
            <p:ph type="body" sz="quarter" idx="46" hasCustomPrompt="1"/>
          </p:nvPr>
        </p:nvSpPr>
        <p:spPr>
          <a:xfrm>
            <a:off x="5658538" y="2830567"/>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22" name="Текст 24">
            <a:extLst>
              <a:ext uri="{FF2B5EF4-FFF2-40B4-BE49-F238E27FC236}">
                <a16:creationId xmlns:a16="http://schemas.microsoft.com/office/drawing/2014/main" id="{EDF68E21-2A1B-4657-9AAA-48C39A9DAEC8}"/>
              </a:ext>
            </a:extLst>
          </p:cNvPr>
          <p:cNvSpPr>
            <a:spLocks noGrp="1"/>
          </p:cNvSpPr>
          <p:nvPr>
            <p:ph type="body" sz="quarter" idx="47" hasCustomPrompt="1"/>
          </p:nvPr>
        </p:nvSpPr>
        <p:spPr>
          <a:xfrm>
            <a:off x="5658538" y="3874411"/>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cxnSp>
        <p:nvCxnSpPr>
          <p:cNvPr id="23" name="Прямая соединительная линия 22">
            <a:extLst>
              <a:ext uri="{FF2B5EF4-FFF2-40B4-BE49-F238E27FC236}">
                <a16:creationId xmlns:a16="http://schemas.microsoft.com/office/drawing/2014/main" id="{44CB1364-CDE9-4AD3-A8FC-0EA7489AA74E}"/>
              </a:ext>
            </a:extLst>
          </p:cNvPr>
          <p:cNvCxnSpPr>
            <a:cxnSpLocks/>
          </p:cNvCxnSpPr>
          <p:nvPr userDrawn="1"/>
        </p:nvCxnSpPr>
        <p:spPr>
          <a:xfrm flipV="1">
            <a:off x="4572000" y="1824136"/>
            <a:ext cx="0" cy="369855"/>
          </a:xfrm>
          <a:prstGeom prst="line">
            <a:avLst/>
          </a:prstGeom>
          <a:ln w="38100" cap="rnd">
            <a:gradFill flip="none" rotWithShape="1">
              <a:gsLst>
                <a:gs pos="22000">
                  <a:schemeClr val="accent5"/>
                </a:gs>
                <a:gs pos="88000">
                  <a:schemeClr val="accent2"/>
                </a:gs>
              </a:gsLst>
              <a:lin ang="2400000" scaled="0"/>
              <a:tileRect/>
            </a:gra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a:extLst>
              <a:ext uri="{FF2B5EF4-FFF2-40B4-BE49-F238E27FC236}">
                <a16:creationId xmlns:a16="http://schemas.microsoft.com/office/drawing/2014/main" id="{6E977A7B-065B-4032-8AAB-2F0E6596E858}"/>
              </a:ext>
            </a:extLst>
          </p:cNvPr>
          <p:cNvCxnSpPr>
            <a:cxnSpLocks/>
          </p:cNvCxnSpPr>
          <p:nvPr userDrawn="1"/>
        </p:nvCxnSpPr>
        <p:spPr>
          <a:xfrm flipV="1">
            <a:off x="4572000" y="2867979"/>
            <a:ext cx="0" cy="369855"/>
          </a:xfrm>
          <a:prstGeom prst="line">
            <a:avLst/>
          </a:prstGeom>
          <a:ln w="38100" cap="rnd">
            <a:gradFill flip="none" rotWithShape="1">
              <a:gsLst>
                <a:gs pos="22000">
                  <a:schemeClr val="accent5"/>
                </a:gs>
                <a:gs pos="88000">
                  <a:schemeClr val="accent2"/>
                </a:gs>
              </a:gsLst>
              <a:lin ang="2400000" scaled="0"/>
              <a:tileRect/>
            </a:gra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a:extLst>
              <a:ext uri="{FF2B5EF4-FFF2-40B4-BE49-F238E27FC236}">
                <a16:creationId xmlns:a16="http://schemas.microsoft.com/office/drawing/2014/main" id="{081D87C3-CE6B-4A96-A568-541A7324AB57}"/>
              </a:ext>
            </a:extLst>
          </p:cNvPr>
          <p:cNvCxnSpPr>
            <a:cxnSpLocks/>
          </p:cNvCxnSpPr>
          <p:nvPr userDrawn="1"/>
        </p:nvCxnSpPr>
        <p:spPr>
          <a:xfrm flipV="1">
            <a:off x="4572000" y="3911823"/>
            <a:ext cx="0" cy="369855"/>
          </a:xfrm>
          <a:prstGeom prst="line">
            <a:avLst/>
          </a:prstGeom>
          <a:ln w="38100" cap="rnd">
            <a:gradFill flip="none" rotWithShape="1">
              <a:gsLst>
                <a:gs pos="22000">
                  <a:schemeClr val="accent5"/>
                </a:gs>
                <a:gs pos="88000">
                  <a:schemeClr val="accent2"/>
                </a:gs>
              </a:gsLst>
              <a:lin ang="2400000" scaled="0"/>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5479361"/>
      </p:ext>
    </p:extLst>
  </p:cSld>
  <p:clrMapOvr>
    <a:masterClrMapping/>
  </p:clrMapOvr>
  <p:transition spd="slow">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Макет с большой иконкой на фоне.">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6" name="Рисунок 5">
            <a:extLst>
              <a:ext uri="{FF2B5EF4-FFF2-40B4-BE49-F238E27FC236}">
                <a16:creationId xmlns:a16="http://schemas.microsoft.com/office/drawing/2014/main" id="{22A377C0-2B26-424F-B8A6-025414610D02}"/>
              </a:ext>
            </a:extLst>
          </p:cNvPr>
          <p:cNvSpPr>
            <a:spLocks noGrp="1"/>
          </p:cNvSpPr>
          <p:nvPr>
            <p:ph type="pic" sz="quarter" idx="45"/>
          </p:nvPr>
        </p:nvSpPr>
        <p:spPr>
          <a:xfrm>
            <a:off x="5901661" y="1923603"/>
            <a:ext cx="3124200" cy="3124200"/>
          </a:xfrm>
          <a:prstGeom prst="rect">
            <a:avLst/>
          </a:prstGeom>
        </p:spPr>
        <p:txBody>
          <a:bodyPr/>
          <a:lstStyle>
            <a:lvl1pPr marL="0" indent="0" algn="r">
              <a:buNone/>
              <a:defRPr sz="900">
                <a:solidFill>
                  <a:schemeClr val="bg1"/>
                </a:solidFill>
              </a:defRPr>
            </a:lvl1pPr>
          </a:lstStyle>
          <a:p>
            <a:endParaRPr lang="ru-RU" dirty="0"/>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748663" y="1211772"/>
            <a:ext cx="1530758"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a:t>
            </a:r>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1741176" y="1489846"/>
            <a:ext cx="3124199"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p>
            <a:fld id="{03D1A0BF-D385-4A72-B24F-35C80431A2AC}" type="slidenum">
              <a:rPr lang="ru-RU" smtClean="0"/>
              <a:pPr/>
              <a:t>‹#›</a:t>
            </a:fld>
            <a:endParaRPr lang="ru-RU"/>
          </a:p>
        </p:txBody>
      </p:sp>
      <p:sp>
        <p:nvSpPr>
          <p:cNvPr id="23" name="Текст 37">
            <a:extLst>
              <a:ext uri="{FF2B5EF4-FFF2-40B4-BE49-F238E27FC236}">
                <a16:creationId xmlns:a16="http://schemas.microsoft.com/office/drawing/2014/main" id="{A3F37B36-599A-4051-B662-E25D3AF1B608}"/>
              </a:ext>
            </a:extLst>
          </p:cNvPr>
          <p:cNvSpPr>
            <a:spLocks noGrp="1"/>
          </p:cNvSpPr>
          <p:nvPr>
            <p:ph type="body" sz="quarter" idx="50" hasCustomPrompt="1"/>
          </p:nvPr>
        </p:nvSpPr>
        <p:spPr>
          <a:xfrm>
            <a:off x="1763637" y="3774936"/>
            <a:ext cx="1530758"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a:t>
            </a:r>
          </a:p>
        </p:txBody>
      </p:sp>
      <p:sp>
        <p:nvSpPr>
          <p:cNvPr id="24" name="Текст 5">
            <a:extLst>
              <a:ext uri="{FF2B5EF4-FFF2-40B4-BE49-F238E27FC236}">
                <a16:creationId xmlns:a16="http://schemas.microsoft.com/office/drawing/2014/main" id="{2FE99A01-A9C9-4D92-B82A-E34A87B80439}"/>
              </a:ext>
            </a:extLst>
          </p:cNvPr>
          <p:cNvSpPr>
            <a:spLocks noGrp="1"/>
          </p:cNvSpPr>
          <p:nvPr>
            <p:ph type="body" sz="quarter" idx="51" hasCustomPrompt="1"/>
          </p:nvPr>
        </p:nvSpPr>
        <p:spPr>
          <a:xfrm>
            <a:off x="1756150" y="4053010"/>
            <a:ext cx="3124199"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5" name="Текст 37">
            <a:extLst>
              <a:ext uri="{FF2B5EF4-FFF2-40B4-BE49-F238E27FC236}">
                <a16:creationId xmlns:a16="http://schemas.microsoft.com/office/drawing/2014/main" id="{45E60E17-A98E-4FE5-A634-F5A9B50B83B9}"/>
              </a:ext>
            </a:extLst>
          </p:cNvPr>
          <p:cNvSpPr>
            <a:spLocks noGrp="1"/>
          </p:cNvSpPr>
          <p:nvPr>
            <p:ph type="body" sz="quarter" idx="48" hasCustomPrompt="1"/>
          </p:nvPr>
        </p:nvSpPr>
        <p:spPr>
          <a:xfrm>
            <a:off x="1756150" y="2465027"/>
            <a:ext cx="1530758"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a:t>
            </a:r>
          </a:p>
        </p:txBody>
      </p:sp>
      <p:sp>
        <p:nvSpPr>
          <p:cNvPr id="26" name="Текст 5">
            <a:extLst>
              <a:ext uri="{FF2B5EF4-FFF2-40B4-BE49-F238E27FC236}">
                <a16:creationId xmlns:a16="http://schemas.microsoft.com/office/drawing/2014/main" id="{55A222CA-5075-4F60-93CE-A032F35336AD}"/>
              </a:ext>
            </a:extLst>
          </p:cNvPr>
          <p:cNvSpPr>
            <a:spLocks noGrp="1"/>
          </p:cNvSpPr>
          <p:nvPr>
            <p:ph type="body" sz="quarter" idx="49" hasCustomPrompt="1"/>
          </p:nvPr>
        </p:nvSpPr>
        <p:spPr>
          <a:xfrm>
            <a:off x="1748663" y="2743101"/>
            <a:ext cx="3124199"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Tree>
    <p:extLst>
      <p:ext uri="{BB962C8B-B14F-4D97-AF65-F5344CB8AC3E}">
        <p14:creationId xmlns:p14="http://schemas.microsoft.com/office/powerpoint/2010/main" val="41266524"/>
      </p:ext>
    </p:extLst>
  </p:cSld>
  <p:clrMapOvr>
    <a:masterClrMapping/>
  </p:clrMapOvr>
  <p:transition spd="slow">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Макет с большой иконкой на фоне. 2">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6" name="Рисунок 5">
            <a:extLst>
              <a:ext uri="{FF2B5EF4-FFF2-40B4-BE49-F238E27FC236}">
                <a16:creationId xmlns:a16="http://schemas.microsoft.com/office/drawing/2014/main" id="{22A377C0-2B26-424F-B8A6-025414610D02}"/>
              </a:ext>
            </a:extLst>
          </p:cNvPr>
          <p:cNvSpPr>
            <a:spLocks noGrp="1"/>
          </p:cNvSpPr>
          <p:nvPr>
            <p:ph type="pic" sz="quarter" idx="45"/>
          </p:nvPr>
        </p:nvSpPr>
        <p:spPr>
          <a:xfrm>
            <a:off x="5901661" y="1923603"/>
            <a:ext cx="3124200" cy="3124200"/>
          </a:xfrm>
          <a:prstGeom prst="rect">
            <a:avLst/>
          </a:prstGeom>
        </p:spPr>
        <p:txBody>
          <a:bodyPr/>
          <a:lstStyle>
            <a:lvl1pPr marL="0" indent="0" algn="r">
              <a:buNone/>
              <a:defRPr sz="900">
                <a:solidFill>
                  <a:schemeClr val="bg1"/>
                </a:solidFill>
              </a:defRPr>
            </a:lvl1pPr>
          </a:lstStyle>
          <a:p>
            <a:endParaRPr lang="ru-RU" dirty="0"/>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209387" y="1107624"/>
            <a:ext cx="1530758"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4814327" y="1108128"/>
            <a:ext cx="1530758"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814327" y="1724741"/>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4814327" y="2768584"/>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4814327" y="3812428"/>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3" name="Текст 24">
            <a:extLst>
              <a:ext uri="{FF2B5EF4-FFF2-40B4-BE49-F238E27FC236}">
                <a16:creationId xmlns:a16="http://schemas.microsoft.com/office/drawing/2014/main" id="{0B602E1A-F69E-4A08-B334-3C0883A9F49E}"/>
              </a:ext>
            </a:extLst>
          </p:cNvPr>
          <p:cNvSpPr>
            <a:spLocks noGrp="1"/>
          </p:cNvSpPr>
          <p:nvPr>
            <p:ph type="body" sz="quarter" idx="35" hasCustomPrompt="1"/>
          </p:nvPr>
        </p:nvSpPr>
        <p:spPr>
          <a:xfrm>
            <a:off x="1209387" y="1786724"/>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74" name="Текст 24">
            <a:extLst>
              <a:ext uri="{FF2B5EF4-FFF2-40B4-BE49-F238E27FC236}">
                <a16:creationId xmlns:a16="http://schemas.microsoft.com/office/drawing/2014/main" id="{5C4FFF58-14A7-47D0-8511-85236D4A9C98}"/>
              </a:ext>
            </a:extLst>
          </p:cNvPr>
          <p:cNvSpPr>
            <a:spLocks noGrp="1"/>
          </p:cNvSpPr>
          <p:nvPr>
            <p:ph type="body" sz="quarter" idx="36" hasCustomPrompt="1"/>
          </p:nvPr>
        </p:nvSpPr>
        <p:spPr>
          <a:xfrm>
            <a:off x="1209387" y="2830567"/>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75" name="Текст 24">
            <a:extLst>
              <a:ext uri="{FF2B5EF4-FFF2-40B4-BE49-F238E27FC236}">
                <a16:creationId xmlns:a16="http://schemas.microsoft.com/office/drawing/2014/main" id="{123570D6-8759-48BD-9F05-8888CF4B4755}"/>
              </a:ext>
            </a:extLst>
          </p:cNvPr>
          <p:cNvSpPr>
            <a:spLocks noGrp="1"/>
          </p:cNvSpPr>
          <p:nvPr>
            <p:ph type="body" sz="quarter" idx="37" hasCustomPrompt="1"/>
          </p:nvPr>
        </p:nvSpPr>
        <p:spPr>
          <a:xfrm>
            <a:off x="1209387" y="3874411"/>
            <a:ext cx="2241550" cy="444678"/>
          </a:xfrm>
          <a:prstGeom prst="rect">
            <a:avLst/>
          </a:prstGeom>
        </p:spPr>
        <p:txBody>
          <a:bodyPr anchor="ctr"/>
          <a:lstStyle>
            <a:lvl1pPr marL="0" indent="0">
              <a:spcBef>
                <a:spcPts val="0"/>
              </a:spcBef>
              <a:buNone/>
              <a:defRPr sz="1200" b="1">
                <a:solidFill>
                  <a:schemeClr val="bg1"/>
                </a:solidFill>
              </a:defRPr>
            </a:lvl1pPr>
          </a:lstStyle>
          <a:p>
            <a:pPr lvl="0"/>
            <a:r>
              <a:rPr lang="ru-RU" dirty="0"/>
              <a:t>Длинный подзаголовок</a:t>
            </a:r>
            <a:br>
              <a:rPr lang="ru-RU" dirty="0"/>
            </a:br>
            <a:r>
              <a:rPr lang="ru-RU" dirty="0"/>
              <a:t>в несколько строчек</a:t>
            </a:r>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dirty="0"/>
          </a:p>
        </p:txBody>
      </p:sp>
    </p:spTree>
    <p:extLst>
      <p:ext uri="{BB962C8B-B14F-4D97-AF65-F5344CB8AC3E}">
        <p14:creationId xmlns:p14="http://schemas.microsoft.com/office/powerpoint/2010/main" val="3488634224"/>
      </p:ext>
    </p:extLst>
  </p:cSld>
  <p:clrMapOvr>
    <a:masterClrMapping/>
  </p:clrMapOvr>
  <p:transition spd="slow">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Три плашки с тремя подзаголовками.">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427290" y="1044774"/>
            <a:ext cx="8297965" cy="372059"/>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ED3346D-1E61-48F4-87F1-352EB49B59EA}"/>
              </a:ext>
            </a:extLst>
          </p:cNvPr>
          <p:cNvSpPr/>
          <p:nvPr userDrawn="1"/>
        </p:nvSpPr>
        <p:spPr>
          <a:xfrm>
            <a:off x="427290" y="1513436"/>
            <a:ext cx="8297965" cy="991254"/>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0D0C0806-41EF-4D4A-B044-3E6D460B3C74}"/>
              </a:ext>
            </a:extLst>
          </p:cNvPr>
          <p:cNvSpPr/>
          <p:nvPr userDrawn="1"/>
        </p:nvSpPr>
        <p:spPr>
          <a:xfrm>
            <a:off x="427290" y="2557279"/>
            <a:ext cx="8297965" cy="991254"/>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50735274-D8D0-4B93-AF95-7CA8AEFB9267}"/>
              </a:ext>
            </a:extLst>
          </p:cNvPr>
          <p:cNvSpPr/>
          <p:nvPr userDrawn="1"/>
        </p:nvSpPr>
        <p:spPr>
          <a:xfrm>
            <a:off x="427290" y="3601123"/>
            <a:ext cx="8297965" cy="991254"/>
          </a:xfrm>
          <a:prstGeom prst="rect">
            <a:avLst/>
          </a:prstGeom>
          <a:gradFill flip="none" rotWithShape="1">
            <a:gsLst>
              <a:gs pos="100000">
                <a:schemeClr val="tx1">
                  <a:lumMod val="9917"/>
                </a:schemeClr>
              </a:gs>
              <a:gs pos="0">
                <a:schemeClr val="accent5">
                  <a:lumMod val="19954"/>
                </a:schemeClr>
              </a:gs>
              <a:gs pos="51000">
                <a:schemeClr val="bg2">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181924" y="1107624"/>
            <a:ext cx="1530758"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6204708" y="1107624"/>
            <a:ext cx="1530758"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6204708" y="1724741"/>
            <a:ext cx="2236394" cy="568645"/>
          </a:xfrm>
          <a:prstGeom prst="rect">
            <a:avLst/>
          </a:prstGeom>
        </p:spPr>
        <p:txBody>
          <a:bodyPr/>
          <a:lstStyle>
            <a:lvl1pPr marL="0" indent="0">
              <a:buNone/>
              <a:defRPr sz="8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6204708" y="2768584"/>
            <a:ext cx="2236394" cy="568645"/>
          </a:xfrm>
          <a:prstGeom prst="rect">
            <a:avLst/>
          </a:prstGeom>
        </p:spPr>
        <p:txBody>
          <a:bodyPr/>
          <a:lstStyle>
            <a:lvl1pPr marL="0" indent="0">
              <a:buNone/>
              <a:defRPr sz="8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6204708" y="3812428"/>
            <a:ext cx="2236394" cy="568645"/>
          </a:xfrm>
          <a:prstGeom prst="rect">
            <a:avLst/>
          </a:prstGeom>
        </p:spPr>
        <p:txBody>
          <a:bodyPr/>
          <a:lstStyle>
            <a:lvl1pPr marL="0" indent="0">
              <a:buNone/>
              <a:defRPr sz="8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p>
            <a:fld id="{03D1A0BF-D385-4A72-B24F-35C80431A2AC}" type="slidenum">
              <a:rPr lang="ru-RU" smtClean="0"/>
              <a:pPr/>
              <a:t>‹#›</a:t>
            </a:fld>
            <a:endParaRPr lang="ru-RU"/>
          </a:p>
        </p:txBody>
      </p:sp>
      <p:sp>
        <p:nvSpPr>
          <p:cNvPr id="20" name="Текст 5">
            <a:extLst>
              <a:ext uri="{FF2B5EF4-FFF2-40B4-BE49-F238E27FC236}">
                <a16:creationId xmlns:a16="http://schemas.microsoft.com/office/drawing/2014/main" id="{520374CB-A680-4484-B687-57D41E09B908}"/>
              </a:ext>
            </a:extLst>
          </p:cNvPr>
          <p:cNvSpPr>
            <a:spLocks noGrp="1"/>
          </p:cNvSpPr>
          <p:nvPr>
            <p:ph type="body" sz="quarter" idx="45" hasCustomPrompt="1"/>
          </p:nvPr>
        </p:nvSpPr>
        <p:spPr>
          <a:xfrm>
            <a:off x="1181924" y="1724741"/>
            <a:ext cx="2236394" cy="568645"/>
          </a:xfrm>
          <a:prstGeom prst="rect">
            <a:avLst/>
          </a:prstGeom>
        </p:spPr>
        <p:txBody>
          <a:bodyPr/>
          <a:lstStyle>
            <a:lvl1pPr marL="0" indent="0">
              <a:buNone/>
              <a:defRPr sz="8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1" name="Текст 5">
            <a:extLst>
              <a:ext uri="{FF2B5EF4-FFF2-40B4-BE49-F238E27FC236}">
                <a16:creationId xmlns:a16="http://schemas.microsoft.com/office/drawing/2014/main" id="{9273FD59-F6FB-4550-9CA0-F2E33FA7C138}"/>
              </a:ext>
            </a:extLst>
          </p:cNvPr>
          <p:cNvSpPr>
            <a:spLocks noGrp="1"/>
          </p:cNvSpPr>
          <p:nvPr>
            <p:ph type="body" sz="quarter" idx="46" hasCustomPrompt="1"/>
          </p:nvPr>
        </p:nvSpPr>
        <p:spPr>
          <a:xfrm>
            <a:off x="1181924" y="2768584"/>
            <a:ext cx="2236394" cy="568645"/>
          </a:xfrm>
          <a:prstGeom prst="rect">
            <a:avLst/>
          </a:prstGeom>
        </p:spPr>
        <p:txBody>
          <a:bodyPr/>
          <a:lstStyle>
            <a:lvl1pPr marL="0" indent="0">
              <a:buNone/>
              <a:defRPr sz="8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2" name="Текст 5">
            <a:extLst>
              <a:ext uri="{FF2B5EF4-FFF2-40B4-BE49-F238E27FC236}">
                <a16:creationId xmlns:a16="http://schemas.microsoft.com/office/drawing/2014/main" id="{47281DBF-51B7-454E-B547-0FAF6FF14676}"/>
              </a:ext>
            </a:extLst>
          </p:cNvPr>
          <p:cNvSpPr>
            <a:spLocks noGrp="1"/>
          </p:cNvSpPr>
          <p:nvPr>
            <p:ph type="body" sz="quarter" idx="47" hasCustomPrompt="1"/>
          </p:nvPr>
        </p:nvSpPr>
        <p:spPr>
          <a:xfrm>
            <a:off x="1181924" y="3812428"/>
            <a:ext cx="2236394" cy="568645"/>
          </a:xfrm>
          <a:prstGeom prst="rect">
            <a:avLst/>
          </a:prstGeom>
        </p:spPr>
        <p:txBody>
          <a:bodyPr/>
          <a:lstStyle>
            <a:lvl1pPr marL="0" indent="0">
              <a:buNone/>
              <a:defRPr sz="8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3" name="Текст 37">
            <a:extLst>
              <a:ext uri="{FF2B5EF4-FFF2-40B4-BE49-F238E27FC236}">
                <a16:creationId xmlns:a16="http://schemas.microsoft.com/office/drawing/2014/main" id="{57B57E83-DFCE-4C2E-88FE-E5E4D4EB9875}"/>
              </a:ext>
            </a:extLst>
          </p:cNvPr>
          <p:cNvSpPr>
            <a:spLocks noGrp="1"/>
          </p:cNvSpPr>
          <p:nvPr>
            <p:ph type="body" sz="quarter" idx="48" hasCustomPrompt="1"/>
          </p:nvPr>
        </p:nvSpPr>
        <p:spPr>
          <a:xfrm>
            <a:off x="3689043" y="1107624"/>
            <a:ext cx="1530758" cy="23082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a:t>
            </a:r>
          </a:p>
        </p:txBody>
      </p:sp>
      <p:sp>
        <p:nvSpPr>
          <p:cNvPr id="24" name="Текст 5">
            <a:extLst>
              <a:ext uri="{FF2B5EF4-FFF2-40B4-BE49-F238E27FC236}">
                <a16:creationId xmlns:a16="http://schemas.microsoft.com/office/drawing/2014/main" id="{3EC64F38-A914-4CE0-852E-E17FC20EA533}"/>
              </a:ext>
            </a:extLst>
          </p:cNvPr>
          <p:cNvSpPr>
            <a:spLocks noGrp="1"/>
          </p:cNvSpPr>
          <p:nvPr>
            <p:ph type="body" sz="quarter" idx="49" hasCustomPrompt="1"/>
          </p:nvPr>
        </p:nvSpPr>
        <p:spPr>
          <a:xfrm>
            <a:off x="3689043" y="1724741"/>
            <a:ext cx="2236394" cy="568645"/>
          </a:xfrm>
          <a:prstGeom prst="rect">
            <a:avLst/>
          </a:prstGeom>
        </p:spPr>
        <p:txBody>
          <a:bodyPr/>
          <a:lstStyle>
            <a:lvl1pPr marL="0" indent="0">
              <a:buNone/>
              <a:defRPr sz="8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5" name="Текст 5">
            <a:extLst>
              <a:ext uri="{FF2B5EF4-FFF2-40B4-BE49-F238E27FC236}">
                <a16:creationId xmlns:a16="http://schemas.microsoft.com/office/drawing/2014/main" id="{585E7DA6-B7F1-4D6B-AA44-1BDFDB6526CD}"/>
              </a:ext>
            </a:extLst>
          </p:cNvPr>
          <p:cNvSpPr>
            <a:spLocks noGrp="1"/>
          </p:cNvSpPr>
          <p:nvPr>
            <p:ph type="body" sz="quarter" idx="50" hasCustomPrompt="1"/>
          </p:nvPr>
        </p:nvSpPr>
        <p:spPr>
          <a:xfrm>
            <a:off x="3689043" y="2768584"/>
            <a:ext cx="2236394" cy="568645"/>
          </a:xfrm>
          <a:prstGeom prst="rect">
            <a:avLst/>
          </a:prstGeom>
        </p:spPr>
        <p:txBody>
          <a:bodyPr/>
          <a:lstStyle>
            <a:lvl1pPr marL="0" indent="0">
              <a:buNone/>
              <a:defRPr sz="8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6" name="Текст 5">
            <a:extLst>
              <a:ext uri="{FF2B5EF4-FFF2-40B4-BE49-F238E27FC236}">
                <a16:creationId xmlns:a16="http://schemas.microsoft.com/office/drawing/2014/main" id="{5EF1902C-98F7-4C41-A15F-CE0FAFB0BB88}"/>
              </a:ext>
            </a:extLst>
          </p:cNvPr>
          <p:cNvSpPr>
            <a:spLocks noGrp="1"/>
          </p:cNvSpPr>
          <p:nvPr>
            <p:ph type="body" sz="quarter" idx="51" hasCustomPrompt="1"/>
          </p:nvPr>
        </p:nvSpPr>
        <p:spPr>
          <a:xfrm>
            <a:off x="3689043" y="3812428"/>
            <a:ext cx="2236394" cy="568645"/>
          </a:xfrm>
          <a:prstGeom prst="rect">
            <a:avLst/>
          </a:prstGeom>
        </p:spPr>
        <p:txBody>
          <a:bodyPr/>
          <a:lstStyle>
            <a:lvl1pPr marL="0" indent="0">
              <a:buNone/>
              <a:defRPr sz="8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Tree>
    <p:extLst>
      <p:ext uri="{BB962C8B-B14F-4D97-AF65-F5344CB8AC3E}">
        <p14:creationId xmlns:p14="http://schemas.microsoft.com/office/powerpoint/2010/main" val="2540270996"/>
      </p:ext>
    </p:extLst>
  </p:cSld>
  <p:clrMapOvr>
    <a:masterClrMapping/>
  </p:clrMapOvr>
  <p:transition spd="slow">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ймлайн со стрелочками.">
    <p:bg>
      <p:bgPr>
        <a:gradFill flip="none" rotWithShape="1">
          <a:gsLst>
            <a:gs pos="52000">
              <a:schemeClr val="bg2"/>
            </a:gs>
            <a:gs pos="0">
              <a:schemeClr val="accent5">
                <a:lumMod val="40000"/>
              </a:schemeClr>
            </a:gs>
          </a:gsLst>
          <a:lin ang="16200000" scaled="1"/>
          <a:tileRect/>
        </a:gradFill>
        <a:effectLst/>
      </p:bgPr>
    </p:bg>
    <p:spTree>
      <p:nvGrpSpPr>
        <p:cNvPr id="1" name=""/>
        <p:cNvGrpSpPr/>
        <p:nvPr/>
      </p:nvGrpSpPr>
      <p:grpSpPr>
        <a:xfrm>
          <a:off x="0" y="0"/>
          <a:ext cx="0" cy="0"/>
          <a:chOff x="0" y="0"/>
          <a:chExt cx="0" cy="0"/>
        </a:xfrm>
      </p:grpSpPr>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510333" y="943676"/>
            <a:ext cx="1310139" cy="454437"/>
          </a:xfrm>
          <a:prstGeom prst="rect">
            <a:avLst/>
          </a:prstGeom>
        </p:spPr>
        <p:txBody>
          <a:bodyPr anchor="ctr">
            <a:normAutofit/>
          </a:bodyPr>
          <a:lstStyle>
            <a:lvl1pPr marL="0" indent="0">
              <a:spcBef>
                <a:spcPts val="0"/>
              </a:spcBef>
              <a:buNone/>
              <a:defRPr sz="900">
                <a:solidFill>
                  <a:schemeClr val="bg1"/>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p>
            <a:fld id="{03D1A0BF-D385-4A72-B24F-35C80431A2AC}" type="slidenum">
              <a:rPr lang="ru-RU" smtClean="0"/>
              <a:pPr/>
              <a:t>‹#›</a:t>
            </a:fld>
            <a:endParaRPr lang="ru-RU"/>
          </a:p>
        </p:txBody>
      </p:sp>
      <p:cxnSp>
        <p:nvCxnSpPr>
          <p:cNvPr id="27" name="Прямая соединительная линия 26">
            <a:extLst>
              <a:ext uri="{FF2B5EF4-FFF2-40B4-BE49-F238E27FC236}">
                <a16:creationId xmlns:a16="http://schemas.microsoft.com/office/drawing/2014/main" id="{A7B4B55D-81FC-4497-AFAE-48FDFD746E6C}"/>
              </a:ext>
            </a:extLst>
          </p:cNvPr>
          <p:cNvCxnSpPr>
            <a:cxnSpLocks/>
          </p:cNvCxnSpPr>
          <p:nvPr userDrawn="1"/>
        </p:nvCxnSpPr>
        <p:spPr>
          <a:xfrm flipV="1">
            <a:off x="1227498" y="1488697"/>
            <a:ext cx="0" cy="712515"/>
          </a:xfrm>
          <a:prstGeom prst="line">
            <a:avLst/>
          </a:prstGeom>
          <a:ln w="38100" cap="rnd">
            <a:solidFill>
              <a:srgbClr val="AA5AFF"/>
            </a:solidFill>
          </a:ln>
        </p:spPr>
        <p:style>
          <a:lnRef idx="1">
            <a:schemeClr val="accent1"/>
          </a:lnRef>
          <a:fillRef idx="0">
            <a:schemeClr val="accent1"/>
          </a:fillRef>
          <a:effectRef idx="0">
            <a:schemeClr val="accent1"/>
          </a:effectRef>
          <a:fontRef idx="minor">
            <a:schemeClr val="tx1"/>
          </a:fontRef>
        </p:style>
      </p:cxnSp>
      <p:sp>
        <p:nvSpPr>
          <p:cNvPr id="28" name="Половина рамки 27">
            <a:extLst>
              <a:ext uri="{FF2B5EF4-FFF2-40B4-BE49-F238E27FC236}">
                <a16:creationId xmlns:a16="http://schemas.microsoft.com/office/drawing/2014/main" id="{53E757F2-798A-4FD0-A2EF-4CD670FE00B7}"/>
              </a:ext>
            </a:extLst>
          </p:cNvPr>
          <p:cNvSpPr/>
          <p:nvPr userDrawn="1"/>
        </p:nvSpPr>
        <p:spPr>
          <a:xfrm rot="8100000">
            <a:off x="1811404" y="1050252"/>
            <a:ext cx="177659" cy="177659"/>
          </a:xfrm>
          <a:prstGeom prst="halfFrame">
            <a:avLst>
              <a:gd name="adj1" fmla="val 0"/>
              <a:gd name="adj2" fmla="val 0"/>
            </a:avLst>
          </a:prstGeom>
          <a:noFill/>
          <a:ln w="38100" cap="rnd">
            <a:solidFill>
              <a:schemeClr val="accent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29" name="Половина рамки 28">
            <a:extLst>
              <a:ext uri="{FF2B5EF4-FFF2-40B4-BE49-F238E27FC236}">
                <a16:creationId xmlns:a16="http://schemas.microsoft.com/office/drawing/2014/main" id="{0A3916C8-034E-4D98-8EE8-EF48D1D46D4B}"/>
              </a:ext>
            </a:extLst>
          </p:cNvPr>
          <p:cNvSpPr/>
          <p:nvPr userDrawn="1"/>
        </p:nvSpPr>
        <p:spPr>
          <a:xfrm rot="8100000">
            <a:off x="3348895" y="1050252"/>
            <a:ext cx="177659" cy="177659"/>
          </a:xfrm>
          <a:prstGeom prst="halfFrame">
            <a:avLst>
              <a:gd name="adj1" fmla="val 0"/>
              <a:gd name="adj2" fmla="val 0"/>
            </a:avLst>
          </a:prstGeom>
          <a:noFill/>
          <a:ln w="38100" cap="rnd">
            <a:solidFill>
              <a:srgbClr val="9C77E8"/>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0" name="Половина рамки 29">
            <a:extLst>
              <a:ext uri="{FF2B5EF4-FFF2-40B4-BE49-F238E27FC236}">
                <a16:creationId xmlns:a16="http://schemas.microsoft.com/office/drawing/2014/main" id="{1D873DEF-F248-4A95-8A76-BD4C065EC643}"/>
              </a:ext>
            </a:extLst>
          </p:cNvPr>
          <p:cNvSpPr/>
          <p:nvPr userDrawn="1"/>
        </p:nvSpPr>
        <p:spPr>
          <a:xfrm rot="8100000">
            <a:off x="4991604" y="1050252"/>
            <a:ext cx="177659" cy="177659"/>
          </a:xfrm>
          <a:prstGeom prst="halfFrame">
            <a:avLst>
              <a:gd name="adj1" fmla="val 0"/>
              <a:gd name="adj2" fmla="val 0"/>
            </a:avLst>
          </a:prstGeom>
          <a:noFill/>
          <a:ln w="38100" cap="rnd">
            <a:solidFill>
              <a:srgbClr val="7B96C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1" name="Половина рамки 30">
            <a:extLst>
              <a:ext uri="{FF2B5EF4-FFF2-40B4-BE49-F238E27FC236}">
                <a16:creationId xmlns:a16="http://schemas.microsoft.com/office/drawing/2014/main" id="{62B5C8D3-2D39-4D49-86C2-C84183574C01}"/>
              </a:ext>
            </a:extLst>
          </p:cNvPr>
          <p:cNvSpPr/>
          <p:nvPr userDrawn="1"/>
        </p:nvSpPr>
        <p:spPr>
          <a:xfrm rot="8100000">
            <a:off x="6664643" y="1050252"/>
            <a:ext cx="177659" cy="177659"/>
          </a:xfrm>
          <a:prstGeom prst="halfFrame">
            <a:avLst>
              <a:gd name="adj1" fmla="val 0"/>
              <a:gd name="adj2" fmla="val 0"/>
            </a:avLst>
          </a:prstGeom>
          <a:noFill/>
          <a:ln w="38100" cap="rnd">
            <a:solidFill>
              <a:srgbClr val="50D398"/>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2" name="Половина рамки 31">
            <a:extLst>
              <a:ext uri="{FF2B5EF4-FFF2-40B4-BE49-F238E27FC236}">
                <a16:creationId xmlns:a16="http://schemas.microsoft.com/office/drawing/2014/main" id="{360BE78E-FFE2-48F5-ACCD-2D78BB2638E0}"/>
              </a:ext>
            </a:extLst>
          </p:cNvPr>
          <p:cNvSpPr/>
          <p:nvPr userDrawn="1"/>
        </p:nvSpPr>
        <p:spPr>
          <a:xfrm rot="8100000">
            <a:off x="8312251" y="1050252"/>
            <a:ext cx="177659" cy="177659"/>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cxnSp>
        <p:nvCxnSpPr>
          <p:cNvPr id="33" name="Прямая соединительная линия 32">
            <a:extLst>
              <a:ext uri="{FF2B5EF4-FFF2-40B4-BE49-F238E27FC236}">
                <a16:creationId xmlns:a16="http://schemas.microsoft.com/office/drawing/2014/main" id="{7FF543D9-5CA1-4E4B-82A2-9EF9492EDB28}"/>
              </a:ext>
            </a:extLst>
          </p:cNvPr>
          <p:cNvCxnSpPr>
            <a:cxnSpLocks/>
          </p:cNvCxnSpPr>
          <p:nvPr userDrawn="1"/>
        </p:nvCxnSpPr>
        <p:spPr>
          <a:xfrm flipV="1">
            <a:off x="2792578" y="1488697"/>
            <a:ext cx="0" cy="712515"/>
          </a:xfrm>
          <a:prstGeom prst="line">
            <a:avLst/>
          </a:prstGeom>
          <a:ln w="38100" cap="rnd">
            <a:solidFill>
              <a:srgbClr val="9C77E8"/>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7ADBBE15-6136-49EB-A45A-FFE1473027C1}"/>
              </a:ext>
            </a:extLst>
          </p:cNvPr>
          <p:cNvCxnSpPr>
            <a:cxnSpLocks/>
          </p:cNvCxnSpPr>
          <p:nvPr userDrawn="1"/>
        </p:nvCxnSpPr>
        <p:spPr>
          <a:xfrm flipV="1">
            <a:off x="4395345" y="1488696"/>
            <a:ext cx="0" cy="712516"/>
          </a:xfrm>
          <a:prstGeom prst="line">
            <a:avLst/>
          </a:prstGeom>
          <a:ln w="38100" cap="rnd">
            <a:solidFill>
              <a:srgbClr val="7B96C5"/>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a:extLst>
              <a:ext uri="{FF2B5EF4-FFF2-40B4-BE49-F238E27FC236}">
                <a16:creationId xmlns:a16="http://schemas.microsoft.com/office/drawing/2014/main" id="{E961AA74-41AE-4ADF-9D50-B2FBFF2E38AF}"/>
              </a:ext>
            </a:extLst>
          </p:cNvPr>
          <p:cNvCxnSpPr>
            <a:cxnSpLocks/>
          </p:cNvCxnSpPr>
          <p:nvPr userDrawn="1"/>
        </p:nvCxnSpPr>
        <p:spPr>
          <a:xfrm flipV="1">
            <a:off x="6076194" y="1488697"/>
            <a:ext cx="0" cy="712515"/>
          </a:xfrm>
          <a:prstGeom prst="line">
            <a:avLst/>
          </a:prstGeom>
          <a:ln w="38100" cap="rnd">
            <a:solidFill>
              <a:srgbClr val="50D398"/>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a:extLst>
              <a:ext uri="{FF2B5EF4-FFF2-40B4-BE49-F238E27FC236}">
                <a16:creationId xmlns:a16="http://schemas.microsoft.com/office/drawing/2014/main" id="{FDA59C62-AA1B-4685-9B01-A7E39186C5A4}"/>
              </a:ext>
            </a:extLst>
          </p:cNvPr>
          <p:cNvCxnSpPr>
            <a:cxnSpLocks/>
          </p:cNvCxnSpPr>
          <p:nvPr userDrawn="1"/>
        </p:nvCxnSpPr>
        <p:spPr>
          <a:xfrm flipV="1">
            <a:off x="7745835" y="1488696"/>
            <a:ext cx="0" cy="712516"/>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a:extLst>
              <a:ext uri="{FF2B5EF4-FFF2-40B4-BE49-F238E27FC236}">
                <a16:creationId xmlns:a16="http://schemas.microsoft.com/office/drawing/2014/main" id="{CE158DC4-4950-4EEF-B95C-19748298EA16}"/>
              </a:ext>
            </a:extLst>
          </p:cNvPr>
          <p:cNvCxnSpPr>
            <a:cxnSpLocks/>
          </p:cNvCxnSpPr>
          <p:nvPr userDrawn="1"/>
        </p:nvCxnSpPr>
        <p:spPr>
          <a:xfrm>
            <a:off x="453182" y="1488695"/>
            <a:ext cx="8229554" cy="0"/>
          </a:xfrm>
          <a:prstGeom prst="line">
            <a:avLst/>
          </a:prstGeom>
          <a:ln w="38100" cap="rnd">
            <a:gradFill flip="none" rotWithShape="1">
              <a:gsLst>
                <a:gs pos="0">
                  <a:schemeClr val="accent5"/>
                </a:gs>
                <a:gs pos="100000">
                  <a:schemeClr val="accent2"/>
                </a:gs>
              </a:gsLst>
              <a:lin ang="19200000" scaled="0"/>
              <a:tileRect/>
            </a:gradFill>
          </a:ln>
        </p:spPr>
        <p:style>
          <a:lnRef idx="1">
            <a:schemeClr val="accent1"/>
          </a:lnRef>
          <a:fillRef idx="0">
            <a:schemeClr val="accent1"/>
          </a:fillRef>
          <a:effectRef idx="0">
            <a:schemeClr val="accent1"/>
          </a:effectRef>
          <a:fontRef idx="minor">
            <a:schemeClr val="tx1"/>
          </a:fontRef>
        </p:style>
      </p:cxnSp>
      <p:sp>
        <p:nvSpPr>
          <p:cNvPr id="39" name="Текст 37">
            <a:extLst>
              <a:ext uri="{FF2B5EF4-FFF2-40B4-BE49-F238E27FC236}">
                <a16:creationId xmlns:a16="http://schemas.microsoft.com/office/drawing/2014/main" id="{83165118-5B2A-44AA-84D9-73D9E046E7FD}"/>
              </a:ext>
            </a:extLst>
          </p:cNvPr>
          <p:cNvSpPr>
            <a:spLocks noGrp="1"/>
          </p:cNvSpPr>
          <p:nvPr>
            <p:ph type="body" sz="quarter" idx="46" hasCustomPrompt="1"/>
          </p:nvPr>
        </p:nvSpPr>
        <p:spPr>
          <a:xfrm>
            <a:off x="2135144" y="943676"/>
            <a:ext cx="1310139" cy="454437"/>
          </a:xfrm>
          <a:prstGeom prst="rect">
            <a:avLst/>
          </a:prstGeom>
        </p:spPr>
        <p:txBody>
          <a:bodyPr anchor="ctr">
            <a:normAutofit/>
          </a:bodyPr>
          <a:lstStyle>
            <a:lvl1pPr marL="0" indent="0">
              <a:spcBef>
                <a:spcPts val="0"/>
              </a:spcBef>
              <a:buNone/>
              <a:defRPr sz="900">
                <a:solidFill>
                  <a:schemeClr val="bg1"/>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0" name="Текст 37">
            <a:extLst>
              <a:ext uri="{FF2B5EF4-FFF2-40B4-BE49-F238E27FC236}">
                <a16:creationId xmlns:a16="http://schemas.microsoft.com/office/drawing/2014/main" id="{551B53DB-3777-46F1-A922-482B508B6396}"/>
              </a:ext>
            </a:extLst>
          </p:cNvPr>
          <p:cNvSpPr>
            <a:spLocks noGrp="1"/>
          </p:cNvSpPr>
          <p:nvPr>
            <p:ph type="body" sz="quarter" idx="47" hasCustomPrompt="1"/>
          </p:nvPr>
        </p:nvSpPr>
        <p:spPr>
          <a:xfrm>
            <a:off x="3735594" y="943676"/>
            <a:ext cx="1310139" cy="454437"/>
          </a:xfrm>
          <a:prstGeom prst="rect">
            <a:avLst/>
          </a:prstGeom>
        </p:spPr>
        <p:txBody>
          <a:bodyPr anchor="ctr">
            <a:normAutofit/>
          </a:bodyPr>
          <a:lstStyle>
            <a:lvl1pPr marL="0" indent="0">
              <a:spcBef>
                <a:spcPts val="0"/>
              </a:spcBef>
              <a:buNone/>
              <a:defRPr sz="900">
                <a:solidFill>
                  <a:schemeClr val="bg1"/>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1" name="Текст 37">
            <a:extLst>
              <a:ext uri="{FF2B5EF4-FFF2-40B4-BE49-F238E27FC236}">
                <a16:creationId xmlns:a16="http://schemas.microsoft.com/office/drawing/2014/main" id="{6BD34133-FA19-434C-871C-F510A81672BB}"/>
              </a:ext>
            </a:extLst>
          </p:cNvPr>
          <p:cNvSpPr>
            <a:spLocks noGrp="1"/>
          </p:cNvSpPr>
          <p:nvPr>
            <p:ph type="body" sz="quarter" idx="48" hasCustomPrompt="1"/>
          </p:nvPr>
        </p:nvSpPr>
        <p:spPr>
          <a:xfrm>
            <a:off x="5367267" y="943676"/>
            <a:ext cx="1310139" cy="454437"/>
          </a:xfrm>
          <a:prstGeom prst="rect">
            <a:avLst/>
          </a:prstGeom>
        </p:spPr>
        <p:txBody>
          <a:bodyPr anchor="ctr">
            <a:normAutofit/>
          </a:bodyPr>
          <a:lstStyle>
            <a:lvl1pPr marL="0" indent="0">
              <a:spcBef>
                <a:spcPts val="0"/>
              </a:spcBef>
              <a:buNone/>
              <a:defRPr sz="900">
                <a:solidFill>
                  <a:schemeClr val="bg1"/>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2" name="Текст 37">
            <a:extLst>
              <a:ext uri="{FF2B5EF4-FFF2-40B4-BE49-F238E27FC236}">
                <a16:creationId xmlns:a16="http://schemas.microsoft.com/office/drawing/2014/main" id="{BB1CFEB3-1539-4C1D-8817-3ECFDD2610BE}"/>
              </a:ext>
            </a:extLst>
          </p:cNvPr>
          <p:cNvSpPr>
            <a:spLocks noGrp="1"/>
          </p:cNvSpPr>
          <p:nvPr>
            <p:ph type="body" sz="quarter" idx="49" hasCustomPrompt="1"/>
          </p:nvPr>
        </p:nvSpPr>
        <p:spPr>
          <a:xfrm>
            <a:off x="7034926" y="943676"/>
            <a:ext cx="1310139" cy="454437"/>
          </a:xfrm>
          <a:prstGeom prst="rect">
            <a:avLst/>
          </a:prstGeom>
        </p:spPr>
        <p:txBody>
          <a:bodyPr anchor="ctr">
            <a:normAutofit/>
          </a:bodyPr>
          <a:lstStyle>
            <a:lvl1pPr marL="0" indent="0">
              <a:spcBef>
                <a:spcPts val="0"/>
              </a:spcBef>
              <a:buNone/>
              <a:defRPr sz="900">
                <a:solidFill>
                  <a:schemeClr val="bg1"/>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6" name="Текст 5">
            <a:extLst>
              <a:ext uri="{FF2B5EF4-FFF2-40B4-BE49-F238E27FC236}">
                <a16:creationId xmlns:a16="http://schemas.microsoft.com/office/drawing/2014/main" id="{033F5BCC-B9BE-4CB8-9AE3-FFFE407CE5EC}"/>
              </a:ext>
            </a:extLst>
          </p:cNvPr>
          <p:cNvSpPr>
            <a:spLocks noGrp="1"/>
          </p:cNvSpPr>
          <p:nvPr>
            <p:ph type="body" sz="quarter" idx="53" hasCustomPrompt="1"/>
          </p:nvPr>
        </p:nvSpPr>
        <p:spPr>
          <a:xfrm>
            <a:off x="7034926" y="1830324"/>
            <a:ext cx="1466141" cy="467045"/>
          </a:xfrm>
          <a:prstGeom prst="rect">
            <a:avLst/>
          </a:prstGeom>
          <a:gradFill>
            <a:gsLst>
              <a:gs pos="100000">
                <a:srgbClr val="08020E"/>
              </a:gs>
              <a:gs pos="0">
                <a:srgbClr val="08261C"/>
              </a:gs>
            </a:gsLst>
            <a:lin ang="17400000" scaled="0"/>
          </a:gradFill>
        </p:spPr>
        <p:txBody>
          <a:bodyPr/>
          <a:lstStyle>
            <a:lvl1pPr marL="0" indent="0">
              <a:buNone/>
              <a:defRPr sz="900">
                <a:solidFill>
                  <a:schemeClr val="bg1"/>
                </a:solidFill>
              </a:defRPr>
            </a:lvl1pPr>
          </a:lstStyle>
          <a:p>
            <a:pPr lvl="0"/>
            <a:r>
              <a:rPr lang="en-US" dirty="0"/>
              <a:t>On the other hand, we denounce with righteous indignation and dislike</a:t>
            </a:r>
          </a:p>
        </p:txBody>
      </p:sp>
      <p:sp>
        <p:nvSpPr>
          <p:cNvPr id="47" name="Текст 5">
            <a:extLst>
              <a:ext uri="{FF2B5EF4-FFF2-40B4-BE49-F238E27FC236}">
                <a16:creationId xmlns:a16="http://schemas.microsoft.com/office/drawing/2014/main" id="{EFD790C9-87B7-4F03-AC8F-75B39046977C}"/>
              </a:ext>
            </a:extLst>
          </p:cNvPr>
          <p:cNvSpPr>
            <a:spLocks noGrp="1"/>
          </p:cNvSpPr>
          <p:nvPr>
            <p:ph type="body" sz="quarter" idx="54" hasCustomPrompt="1"/>
          </p:nvPr>
        </p:nvSpPr>
        <p:spPr>
          <a:xfrm>
            <a:off x="5367267" y="1828187"/>
            <a:ext cx="1466141" cy="467045"/>
          </a:xfrm>
          <a:prstGeom prst="rect">
            <a:avLst/>
          </a:prstGeom>
          <a:gradFill>
            <a:gsLst>
              <a:gs pos="100000">
                <a:srgbClr val="08020E"/>
              </a:gs>
              <a:gs pos="0">
                <a:srgbClr val="08261C"/>
              </a:gs>
            </a:gsLst>
            <a:lin ang="17400000" scaled="0"/>
          </a:gradFill>
        </p:spPr>
        <p:txBody>
          <a:bodyPr/>
          <a:lstStyle>
            <a:lvl1pPr marL="0" indent="0">
              <a:buNone/>
              <a:defRPr sz="900">
                <a:solidFill>
                  <a:schemeClr val="bg1"/>
                </a:solidFill>
              </a:defRPr>
            </a:lvl1pPr>
          </a:lstStyle>
          <a:p>
            <a:pPr lvl="0"/>
            <a:r>
              <a:rPr lang="en-US" dirty="0"/>
              <a:t>On the other hand, we denounce with righteous indignation and dislike</a:t>
            </a:r>
          </a:p>
        </p:txBody>
      </p:sp>
      <p:sp>
        <p:nvSpPr>
          <p:cNvPr id="48" name="Текст 5">
            <a:extLst>
              <a:ext uri="{FF2B5EF4-FFF2-40B4-BE49-F238E27FC236}">
                <a16:creationId xmlns:a16="http://schemas.microsoft.com/office/drawing/2014/main" id="{240DA09D-0EED-4A6F-B3FA-17D50C256A03}"/>
              </a:ext>
            </a:extLst>
          </p:cNvPr>
          <p:cNvSpPr>
            <a:spLocks noGrp="1"/>
          </p:cNvSpPr>
          <p:nvPr>
            <p:ph type="body" sz="quarter" idx="55" hasCustomPrompt="1"/>
          </p:nvPr>
        </p:nvSpPr>
        <p:spPr>
          <a:xfrm>
            <a:off x="3735594" y="1828187"/>
            <a:ext cx="1466141" cy="467045"/>
          </a:xfrm>
          <a:prstGeom prst="rect">
            <a:avLst/>
          </a:prstGeom>
          <a:gradFill>
            <a:gsLst>
              <a:gs pos="100000">
                <a:srgbClr val="08020E"/>
              </a:gs>
              <a:gs pos="0">
                <a:srgbClr val="08261C"/>
              </a:gs>
            </a:gsLst>
            <a:lin ang="17400000" scaled="0"/>
          </a:gradFill>
        </p:spPr>
        <p:txBody>
          <a:bodyPr/>
          <a:lstStyle>
            <a:lvl1pPr marL="0" indent="0">
              <a:buNone/>
              <a:defRPr sz="900">
                <a:solidFill>
                  <a:schemeClr val="bg1"/>
                </a:solidFill>
              </a:defRPr>
            </a:lvl1pPr>
          </a:lstStyle>
          <a:p>
            <a:pPr lvl="0"/>
            <a:r>
              <a:rPr lang="en-US" dirty="0"/>
              <a:t>On the other hand, we denounce with righteous indignation and dislike</a:t>
            </a:r>
          </a:p>
        </p:txBody>
      </p:sp>
      <p:sp>
        <p:nvSpPr>
          <p:cNvPr id="49" name="Текст 5">
            <a:extLst>
              <a:ext uri="{FF2B5EF4-FFF2-40B4-BE49-F238E27FC236}">
                <a16:creationId xmlns:a16="http://schemas.microsoft.com/office/drawing/2014/main" id="{FA3D4539-D1B4-42ED-B537-8B06035AFE70}"/>
              </a:ext>
            </a:extLst>
          </p:cNvPr>
          <p:cNvSpPr>
            <a:spLocks noGrp="1"/>
          </p:cNvSpPr>
          <p:nvPr>
            <p:ph type="body" sz="quarter" idx="56" hasCustomPrompt="1"/>
          </p:nvPr>
        </p:nvSpPr>
        <p:spPr>
          <a:xfrm>
            <a:off x="2135144" y="1820633"/>
            <a:ext cx="1466141" cy="467045"/>
          </a:xfrm>
          <a:prstGeom prst="rect">
            <a:avLst/>
          </a:prstGeom>
          <a:gradFill>
            <a:gsLst>
              <a:gs pos="100000">
                <a:srgbClr val="08020E"/>
              </a:gs>
              <a:gs pos="0">
                <a:srgbClr val="08261C"/>
              </a:gs>
            </a:gsLst>
            <a:lin ang="17400000" scaled="0"/>
          </a:gradFill>
        </p:spPr>
        <p:txBody>
          <a:bodyPr/>
          <a:lstStyle>
            <a:lvl1pPr marL="0" indent="0">
              <a:buNone/>
              <a:defRPr sz="900">
                <a:solidFill>
                  <a:schemeClr val="bg1"/>
                </a:solidFill>
              </a:defRPr>
            </a:lvl1pPr>
          </a:lstStyle>
          <a:p>
            <a:pPr lvl="0"/>
            <a:r>
              <a:rPr lang="en-US" dirty="0"/>
              <a:t>On the other hand, we denounce with righteous indignation and dislike</a:t>
            </a:r>
          </a:p>
        </p:txBody>
      </p:sp>
      <p:sp>
        <p:nvSpPr>
          <p:cNvPr id="50" name="Текст 5">
            <a:extLst>
              <a:ext uri="{FF2B5EF4-FFF2-40B4-BE49-F238E27FC236}">
                <a16:creationId xmlns:a16="http://schemas.microsoft.com/office/drawing/2014/main" id="{6FD34F6C-CE0E-4246-8FC7-7E8FBF12FAD8}"/>
              </a:ext>
            </a:extLst>
          </p:cNvPr>
          <p:cNvSpPr>
            <a:spLocks noGrp="1"/>
          </p:cNvSpPr>
          <p:nvPr>
            <p:ph type="body" sz="quarter" idx="57" hasCustomPrompt="1"/>
          </p:nvPr>
        </p:nvSpPr>
        <p:spPr>
          <a:xfrm>
            <a:off x="510333" y="1809956"/>
            <a:ext cx="1466141" cy="467045"/>
          </a:xfrm>
          <a:prstGeom prst="rect">
            <a:avLst/>
          </a:prstGeom>
          <a:gradFill>
            <a:gsLst>
              <a:gs pos="100000">
                <a:srgbClr val="08020E"/>
              </a:gs>
              <a:gs pos="0">
                <a:srgbClr val="08261C"/>
              </a:gs>
            </a:gsLst>
            <a:lin ang="17400000" scaled="0"/>
          </a:gradFill>
        </p:spPr>
        <p:txBody>
          <a:bodyPr/>
          <a:lstStyle>
            <a:lvl1pPr marL="0" indent="0">
              <a:buNone/>
              <a:defRPr sz="900">
                <a:solidFill>
                  <a:schemeClr val="bg1"/>
                </a:solidFill>
              </a:defRPr>
            </a:lvl1pPr>
          </a:lstStyle>
          <a:p>
            <a:pPr lvl="0"/>
            <a:r>
              <a:rPr lang="en-US" dirty="0"/>
              <a:t>On the other hand, we denounce with righteous indignation and dislike</a:t>
            </a:r>
          </a:p>
        </p:txBody>
      </p:sp>
    </p:spTree>
    <p:extLst>
      <p:ext uri="{BB962C8B-B14F-4D97-AF65-F5344CB8AC3E}">
        <p14:creationId xmlns:p14="http://schemas.microsoft.com/office/powerpoint/2010/main" val="47043420"/>
      </p:ext>
    </p:extLst>
  </p:cSld>
  <p:clrMapOvr>
    <a:masterClrMapping/>
  </p:clrMapOvr>
  <p:transition spd="slow">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Плашка с текстом.">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423018" y="1044773"/>
            <a:ext cx="8297965" cy="3724077"/>
          </a:xfrm>
          <a:prstGeom prst="rect">
            <a:avLst/>
          </a:prstGeom>
          <a:gradFill flip="none" rotWithShape="1">
            <a:gsLst>
              <a:gs pos="100000">
                <a:srgbClr val="002411"/>
              </a:gs>
              <a:gs pos="0">
                <a:schemeClr val="accent5">
                  <a:lumMod val="19954"/>
                </a:schemeClr>
              </a:gs>
              <a:gs pos="51000">
                <a:schemeClr val="bg2">
                  <a:lumMod val="10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225185" y="1302750"/>
            <a:ext cx="2022749" cy="477580"/>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ОДИН</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350343" y="1257218"/>
            <a:ext cx="3555050" cy="568645"/>
          </a:xfrm>
          <a:prstGeom prst="rect">
            <a:avLst/>
          </a:prstGeom>
        </p:spPr>
        <p:txBody>
          <a:bodyPr/>
          <a:lstStyle>
            <a:lvl1pPr marL="0" indent="0">
              <a:buNone/>
              <a:defRPr sz="10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p>
            <a:fld id="{03D1A0BF-D385-4A72-B24F-35C80431A2AC}" type="slidenum">
              <a:rPr lang="ru-RU" smtClean="0"/>
              <a:pPr/>
              <a:t>‹#›</a:t>
            </a:fld>
            <a:endParaRPr lang="ru-RU"/>
          </a:p>
        </p:txBody>
      </p:sp>
      <p:sp>
        <p:nvSpPr>
          <p:cNvPr id="27" name="Текст 37">
            <a:extLst>
              <a:ext uri="{FF2B5EF4-FFF2-40B4-BE49-F238E27FC236}">
                <a16:creationId xmlns:a16="http://schemas.microsoft.com/office/drawing/2014/main" id="{3331C2F3-7F2D-4451-8C2C-F15D084C56E2}"/>
              </a:ext>
            </a:extLst>
          </p:cNvPr>
          <p:cNvSpPr>
            <a:spLocks noGrp="1"/>
          </p:cNvSpPr>
          <p:nvPr>
            <p:ph type="body" sz="quarter" idx="45" hasCustomPrompt="1"/>
          </p:nvPr>
        </p:nvSpPr>
        <p:spPr>
          <a:xfrm>
            <a:off x="1225185" y="1977463"/>
            <a:ext cx="2022749" cy="477580"/>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ДВА</a:t>
            </a:r>
          </a:p>
        </p:txBody>
      </p:sp>
      <p:sp>
        <p:nvSpPr>
          <p:cNvPr id="28" name="Текст 5">
            <a:extLst>
              <a:ext uri="{FF2B5EF4-FFF2-40B4-BE49-F238E27FC236}">
                <a16:creationId xmlns:a16="http://schemas.microsoft.com/office/drawing/2014/main" id="{172CD0A8-C89C-44EE-9D15-5421F221079C}"/>
              </a:ext>
            </a:extLst>
          </p:cNvPr>
          <p:cNvSpPr>
            <a:spLocks noGrp="1"/>
          </p:cNvSpPr>
          <p:nvPr>
            <p:ph type="body" sz="quarter" idx="46" hasCustomPrompt="1"/>
          </p:nvPr>
        </p:nvSpPr>
        <p:spPr>
          <a:xfrm>
            <a:off x="4350343" y="1931931"/>
            <a:ext cx="3555050" cy="568645"/>
          </a:xfrm>
          <a:prstGeom prst="rect">
            <a:avLst/>
          </a:prstGeom>
        </p:spPr>
        <p:txBody>
          <a:bodyPr/>
          <a:lstStyle>
            <a:lvl1pPr marL="0" indent="0">
              <a:buNone/>
              <a:defRPr sz="10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9" name="Текст 37">
            <a:extLst>
              <a:ext uri="{FF2B5EF4-FFF2-40B4-BE49-F238E27FC236}">
                <a16:creationId xmlns:a16="http://schemas.microsoft.com/office/drawing/2014/main" id="{E39FFB71-4C52-4BC1-A2D2-7CA240F707CF}"/>
              </a:ext>
            </a:extLst>
          </p:cNvPr>
          <p:cNvSpPr>
            <a:spLocks noGrp="1"/>
          </p:cNvSpPr>
          <p:nvPr>
            <p:ph type="body" sz="quarter" idx="47" hasCustomPrompt="1"/>
          </p:nvPr>
        </p:nvSpPr>
        <p:spPr>
          <a:xfrm>
            <a:off x="1222513" y="2635084"/>
            <a:ext cx="2022749" cy="477580"/>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ТРИ</a:t>
            </a:r>
          </a:p>
        </p:txBody>
      </p:sp>
      <p:sp>
        <p:nvSpPr>
          <p:cNvPr id="30" name="Текст 5">
            <a:extLst>
              <a:ext uri="{FF2B5EF4-FFF2-40B4-BE49-F238E27FC236}">
                <a16:creationId xmlns:a16="http://schemas.microsoft.com/office/drawing/2014/main" id="{6FE93DEE-E9C0-4FB4-BCEC-BDF56653D150}"/>
              </a:ext>
            </a:extLst>
          </p:cNvPr>
          <p:cNvSpPr>
            <a:spLocks noGrp="1"/>
          </p:cNvSpPr>
          <p:nvPr>
            <p:ph type="body" sz="quarter" idx="48" hasCustomPrompt="1"/>
          </p:nvPr>
        </p:nvSpPr>
        <p:spPr>
          <a:xfrm>
            <a:off x="4347671" y="2589552"/>
            <a:ext cx="3555050" cy="568645"/>
          </a:xfrm>
          <a:prstGeom prst="rect">
            <a:avLst/>
          </a:prstGeom>
        </p:spPr>
        <p:txBody>
          <a:bodyPr/>
          <a:lstStyle>
            <a:lvl1pPr marL="0" indent="0">
              <a:buNone/>
              <a:defRPr sz="10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31" name="Текст 37">
            <a:extLst>
              <a:ext uri="{FF2B5EF4-FFF2-40B4-BE49-F238E27FC236}">
                <a16:creationId xmlns:a16="http://schemas.microsoft.com/office/drawing/2014/main" id="{E4F417CF-28AB-4ED0-A6C6-37F320F1C1B6}"/>
              </a:ext>
            </a:extLst>
          </p:cNvPr>
          <p:cNvSpPr>
            <a:spLocks noGrp="1"/>
          </p:cNvSpPr>
          <p:nvPr>
            <p:ph type="body" sz="quarter" idx="49" hasCustomPrompt="1"/>
          </p:nvPr>
        </p:nvSpPr>
        <p:spPr>
          <a:xfrm>
            <a:off x="1222513" y="3301251"/>
            <a:ext cx="2022749" cy="477580"/>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ЧЕТЫРЕ</a:t>
            </a:r>
          </a:p>
        </p:txBody>
      </p:sp>
      <p:sp>
        <p:nvSpPr>
          <p:cNvPr id="32" name="Текст 5">
            <a:extLst>
              <a:ext uri="{FF2B5EF4-FFF2-40B4-BE49-F238E27FC236}">
                <a16:creationId xmlns:a16="http://schemas.microsoft.com/office/drawing/2014/main" id="{4357B953-4D6C-4013-AF45-840DF415CD33}"/>
              </a:ext>
            </a:extLst>
          </p:cNvPr>
          <p:cNvSpPr>
            <a:spLocks noGrp="1"/>
          </p:cNvSpPr>
          <p:nvPr>
            <p:ph type="body" sz="quarter" idx="50" hasCustomPrompt="1"/>
          </p:nvPr>
        </p:nvSpPr>
        <p:spPr>
          <a:xfrm>
            <a:off x="4347671" y="3255719"/>
            <a:ext cx="3555050" cy="568645"/>
          </a:xfrm>
          <a:prstGeom prst="rect">
            <a:avLst/>
          </a:prstGeom>
        </p:spPr>
        <p:txBody>
          <a:bodyPr/>
          <a:lstStyle>
            <a:lvl1pPr marL="0" indent="0">
              <a:buNone/>
              <a:defRPr sz="10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33" name="Текст 37">
            <a:extLst>
              <a:ext uri="{FF2B5EF4-FFF2-40B4-BE49-F238E27FC236}">
                <a16:creationId xmlns:a16="http://schemas.microsoft.com/office/drawing/2014/main" id="{587063FF-A54F-4301-95F8-86009E7DE6D4}"/>
              </a:ext>
            </a:extLst>
          </p:cNvPr>
          <p:cNvSpPr>
            <a:spLocks noGrp="1"/>
          </p:cNvSpPr>
          <p:nvPr>
            <p:ph type="body" sz="quarter" idx="51" hasCustomPrompt="1"/>
          </p:nvPr>
        </p:nvSpPr>
        <p:spPr>
          <a:xfrm>
            <a:off x="1222513" y="3973023"/>
            <a:ext cx="2022749" cy="477580"/>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ПЯТЬ</a:t>
            </a:r>
          </a:p>
        </p:txBody>
      </p:sp>
      <p:sp>
        <p:nvSpPr>
          <p:cNvPr id="34" name="Текст 5">
            <a:extLst>
              <a:ext uri="{FF2B5EF4-FFF2-40B4-BE49-F238E27FC236}">
                <a16:creationId xmlns:a16="http://schemas.microsoft.com/office/drawing/2014/main" id="{4A08830A-B7C6-42F7-BADA-6633EFE20F0B}"/>
              </a:ext>
            </a:extLst>
          </p:cNvPr>
          <p:cNvSpPr>
            <a:spLocks noGrp="1"/>
          </p:cNvSpPr>
          <p:nvPr>
            <p:ph type="body" sz="quarter" idx="52" hasCustomPrompt="1"/>
          </p:nvPr>
        </p:nvSpPr>
        <p:spPr>
          <a:xfrm>
            <a:off x="4347671" y="3927491"/>
            <a:ext cx="3555050" cy="568645"/>
          </a:xfrm>
          <a:prstGeom prst="rect">
            <a:avLst/>
          </a:prstGeom>
        </p:spPr>
        <p:txBody>
          <a:bodyPr/>
          <a:lstStyle>
            <a:lvl1pPr marL="0" indent="0">
              <a:buNone/>
              <a:defRPr sz="10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Tree>
    <p:extLst>
      <p:ext uri="{BB962C8B-B14F-4D97-AF65-F5344CB8AC3E}">
        <p14:creationId xmlns:p14="http://schemas.microsoft.com/office/powerpoint/2010/main" val="3200164056"/>
      </p:ext>
    </p:extLst>
  </p:cSld>
  <p:clrMapOvr>
    <a:masterClrMapping/>
  </p:clrMapOvr>
  <p:transition spd="slow">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Две плашки с выводом.">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25" name="Прямоугольник 24">
            <a:extLst>
              <a:ext uri="{FF2B5EF4-FFF2-40B4-BE49-F238E27FC236}">
                <a16:creationId xmlns:a16="http://schemas.microsoft.com/office/drawing/2014/main" id="{E0880FCB-7DA4-4D88-A5D0-3B17B21A586C}"/>
              </a:ext>
            </a:extLst>
          </p:cNvPr>
          <p:cNvSpPr/>
          <p:nvPr userDrawn="1"/>
        </p:nvSpPr>
        <p:spPr>
          <a:xfrm>
            <a:off x="549565" y="1373882"/>
            <a:ext cx="3914941" cy="2405512"/>
          </a:xfrm>
          <a:prstGeom prst="rect">
            <a:avLst/>
          </a:prstGeom>
          <a:gradFill flip="none" rotWithShape="1">
            <a:gsLst>
              <a:gs pos="0">
                <a:schemeClr val="accent5">
                  <a:lumMod val="50000"/>
                  <a:alpha val="50000"/>
                </a:schemeClr>
              </a:gs>
              <a:gs pos="75000">
                <a:schemeClr val="bg2"/>
              </a:gs>
            </a:gsLst>
            <a:lin ang="18900000" scaled="1"/>
            <a:tileRect/>
          </a:gradFill>
          <a:ln>
            <a:noFill/>
          </a:ln>
          <a:effectLst>
            <a:outerShdw blurRad="850900" dist="38100" dir="21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Прямоугольник 25">
            <a:extLst>
              <a:ext uri="{FF2B5EF4-FFF2-40B4-BE49-F238E27FC236}">
                <a16:creationId xmlns:a16="http://schemas.microsoft.com/office/drawing/2014/main" id="{5BFBB294-447D-4216-A6BA-A241C9777235}"/>
              </a:ext>
            </a:extLst>
          </p:cNvPr>
          <p:cNvSpPr/>
          <p:nvPr userDrawn="1"/>
        </p:nvSpPr>
        <p:spPr>
          <a:xfrm>
            <a:off x="4621051" y="1373882"/>
            <a:ext cx="3914941" cy="2405512"/>
          </a:xfrm>
          <a:prstGeom prst="rect">
            <a:avLst/>
          </a:prstGeom>
          <a:gradFill flip="none" rotWithShape="1">
            <a:gsLst>
              <a:gs pos="0">
                <a:schemeClr val="tx1">
                  <a:lumMod val="50000"/>
                </a:schemeClr>
              </a:gs>
              <a:gs pos="75000">
                <a:schemeClr val="bg2"/>
              </a:gs>
            </a:gsLst>
            <a:lin ang="8100000" scaled="1"/>
            <a:tileRect/>
          </a:gradFill>
          <a:ln>
            <a:noFill/>
          </a:ln>
          <a:effectLst>
            <a:outerShdw blurRad="850900" dist="38100" dir="21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Текст 5">
            <a:extLst>
              <a:ext uri="{FF2B5EF4-FFF2-40B4-BE49-F238E27FC236}">
                <a16:creationId xmlns:a16="http://schemas.microsoft.com/office/drawing/2014/main" id="{AF275A50-3BC7-480D-9ECA-7752EAE0C7D5}"/>
              </a:ext>
            </a:extLst>
          </p:cNvPr>
          <p:cNvSpPr>
            <a:spLocks noGrp="1"/>
          </p:cNvSpPr>
          <p:nvPr>
            <p:ph type="body" sz="quarter" idx="24" hasCustomPrompt="1"/>
          </p:nvPr>
        </p:nvSpPr>
        <p:spPr>
          <a:xfrm>
            <a:off x="1093465" y="1895008"/>
            <a:ext cx="2827140" cy="149396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29" name="Текст 5">
            <a:extLst>
              <a:ext uri="{FF2B5EF4-FFF2-40B4-BE49-F238E27FC236}">
                <a16:creationId xmlns:a16="http://schemas.microsoft.com/office/drawing/2014/main" id="{405A9B9A-CDF0-4FFE-8630-71CD91131CF6}"/>
              </a:ext>
            </a:extLst>
          </p:cNvPr>
          <p:cNvSpPr>
            <a:spLocks noGrp="1"/>
          </p:cNvSpPr>
          <p:nvPr>
            <p:ph type="body" sz="quarter" idx="26" hasCustomPrompt="1"/>
          </p:nvPr>
        </p:nvSpPr>
        <p:spPr>
          <a:xfrm>
            <a:off x="5164951" y="1895007"/>
            <a:ext cx="2827140" cy="1493967"/>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31" name="Текст 5">
            <a:extLst>
              <a:ext uri="{FF2B5EF4-FFF2-40B4-BE49-F238E27FC236}">
                <a16:creationId xmlns:a16="http://schemas.microsoft.com/office/drawing/2014/main" id="{2480809F-3E30-4337-93A3-A7C47C301F2E}"/>
              </a:ext>
            </a:extLst>
          </p:cNvPr>
          <p:cNvSpPr>
            <a:spLocks noGrp="1"/>
          </p:cNvSpPr>
          <p:nvPr>
            <p:ph type="body" sz="quarter" idx="28" hasCustomPrompt="1"/>
          </p:nvPr>
        </p:nvSpPr>
        <p:spPr>
          <a:xfrm>
            <a:off x="634162" y="4373912"/>
            <a:ext cx="6277441" cy="450336"/>
          </a:xfrm>
          <a:prstGeom prst="rect">
            <a:avLst/>
          </a:prstGeom>
        </p:spPr>
        <p:txBody>
          <a:bodyPr/>
          <a:lstStyle>
            <a:lvl1pPr marL="0" indent="0">
              <a:buFont typeface="Arial" panose="020B0604020202020204" pitchFamily="34" charset="0"/>
              <a:buNone/>
              <a:defRPr sz="105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32" name="Текст 37">
            <a:extLst>
              <a:ext uri="{FF2B5EF4-FFF2-40B4-BE49-F238E27FC236}">
                <a16:creationId xmlns:a16="http://schemas.microsoft.com/office/drawing/2014/main" id="{91F6F863-5EBB-4E9B-BAA6-651C285A839C}"/>
              </a:ext>
            </a:extLst>
          </p:cNvPr>
          <p:cNvSpPr>
            <a:spLocks noGrp="1"/>
          </p:cNvSpPr>
          <p:nvPr>
            <p:ph type="body" sz="quarter" idx="13" hasCustomPrompt="1"/>
          </p:nvPr>
        </p:nvSpPr>
        <p:spPr>
          <a:xfrm>
            <a:off x="634162" y="4017159"/>
            <a:ext cx="2326338" cy="292386"/>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p>
        </p:txBody>
      </p:sp>
      <p:sp>
        <p:nvSpPr>
          <p:cNvPr id="33" name="Скругленный прямоугольник 46">
            <a:extLst>
              <a:ext uri="{FF2B5EF4-FFF2-40B4-BE49-F238E27FC236}">
                <a16:creationId xmlns:a16="http://schemas.microsoft.com/office/drawing/2014/main" id="{269170B3-166F-4BF7-B0A3-5EB21E5ED6E5}"/>
              </a:ext>
            </a:extLst>
          </p:cNvPr>
          <p:cNvSpPr/>
          <p:nvPr userDrawn="1"/>
        </p:nvSpPr>
        <p:spPr>
          <a:xfrm>
            <a:off x="1585004" y="1115437"/>
            <a:ext cx="1844062" cy="516282"/>
          </a:xfrm>
          <a:prstGeom prst="roundRect">
            <a:avLst>
              <a:gd name="adj" fmla="val 50000"/>
            </a:avLst>
          </a:prstGeom>
          <a:solidFill>
            <a:srgbClr val="17132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b="1" dirty="0">
              <a:solidFill>
                <a:schemeClr val="accent5"/>
              </a:solidFill>
              <a:latin typeface="Arial Black" panose="020B0A04020102020204" pitchFamily="34" charset="0"/>
              <a:cs typeface="Arial" panose="020B0604020202020204" pitchFamily="34" charset="0"/>
            </a:endParaRPr>
          </a:p>
        </p:txBody>
      </p:sp>
      <p:sp>
        <p:nvSpPr>
          <p:cNvPr id="34" name="Скругленный прямоугольник 46">
            <a:extLst>
              <a:ext uri="{FF2B5EF4-FFF2-40B4-BE49-F238E27FC236}">
                <a16:creationId xmlns:a16="http://schemas.microsoft.com/office/drawing/2014/main" id="{457A53FD-DA53-4A49-ABEB-CD2BE68BFDB6}"/>
              </a:ext>
            </a:extLst>
          </p:cNvPr>
          <p:cNvSpPr/>
          <p:nvPr userDrawn="1"/>
        </p:nvSpPr>
        <p:spPr>
          <a:xfrm>
            <a:off x="5690524" y="1123258"/>
            <a:ext cx="1923883" cy="524054"/>
          </a:xfrm>
          <a:prstGeom prst="roundRect">
            <a:avLst>
              <a:gd name="adj" fmla="val 50000"/>
            </a:avLst>
          </a:prstGeom>
          <a:gradFill flip="none" rotWithShape="1">
            <a:gsLst>
              <a:gs pos="0">
                <a:srgbClr val="0F1313"/>
              </a:gs>
              <a:gs pos="100000">
                <a:srgbClr val="123220"/>
              </a:gs>
            </a:gsLst>
            <a:lin ang="0" scaled="1"/>
            <a:tileRect/>
          </a:gradFill>
          <a:ln w="38100">
            <a:gradFill flip="none" rotWithShape="1">
              <a:gsLst>
                <a:gs pos="0">
                  <a:schemeClr val="tx1"/>
                </a:gs>
                <a:gs pos="100000">
                  <a:schemeClr val="accent2"/>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b="1" dirty="0">
              <a:solidFill>
                <a:srgbClr val="FFFFFF"/>
              </a:solidFill>
              <a:latin typeface="Arial Black" panose="020B0A04020102020204" pitchFamily="34" charset="0"/>
              <a:cs typeface="Arial" panose="020B0604020202020204" pitchFamily="34" charset="0"/>
            </a:endParaRPr>
          </a:p>
        </p:txBody>
      </p:sp>
      <p:sp>
        <p:nvSpPr>
          <p:cNvPr id="5" name="Текст 4">
            <a:extLst>
              <a:ext uri="{FF2B5EF4-FFF2-40B4-BE49-F238E27FC236}">
                <a16:creationId xmlns:a16="http://schemas.microsoft.com/office/drawing/2014/main" id="{8A4CACD5-969D-483B-8FC8-775B4C96F3C8}"/>
              </a:ext>
            </a:extLst>
          </p:cNvPr>
          <p:cNvSpPr>
            <a:spLocks noGrp="1"/>
          </p:cNvSpPr>
          <p:nvPr>
            <p:ph type="body" sz="quarter" idx="29" hasCustomPrompt="1"/>
          </p:nvPr>
        </p:nvSpPr>
        <p:spPr>
          <a:xfrm>
            <a:off x="1697761" y="1155131"/>
            <a:ext cx="1618549" cy="476588"/>
          </a:xfrm>
          <a:prstGeom prst="rect">
            <a:avLst/>
          </a:prstGeom>
        </p:spPr>
        <p:txBody>
          <a:bodyPr anchor="ctr"/>
          <a:lstStyle>
            <a:lvl1pPr marL="0" indent="0" algn="ctr">
              <a:lnSpc>
                <a:spcPct val="100000"/>
              </a:lnSpc>
              <a:spcBef>
                <a:spcPts val="0"/>
              </a:spcBef>
              <a:buNone/>
              <a:defRPr sz="1200">
                <a:solidFill>
                  <a:schemeClr val="bg1"/>
                </a:solidFill>
                <a:latin typeface="Arial Black" panose="020B0A04020102020204" pitchFamily="34" charset="0"/>
              </a:defRPr>
            </a:lvl1pPr>
          </a:lstStyle>
          <a:p>
            <a:pPr lvl="0"/>
            <a:r>
              <a:rPr lang="ru-RU" dirty="0"/>
              <a:t>ДЛИННЫЙ</a:t>
            </a:r>
            <a:br>
              <a:rPr lang="ru-RU" dirty="0"/>
            </a:br>
            <a:r>
              <a:rPr lang="ru-RU" dirty="0"/>
              <a:t>ЗАГОЛОВОК</a:t>
            </a:r>
          </a:p>
        </p:txBody>
      </p:sp>
      <p:sp>
        <p:nvSpPr>
          <p:cNvPr id="38" name="Текст 4">
            <a:extLst>
              <a:ext uri="{FF2B5EF4-FFF2-40B4-BE49-F238E27FC236}">
                <a16:creationId xmlns:a16="http://schemas.microsoft.com/office/drawing/2014/main" id="{282A97BB-C94E-456D-95BF-27CEE1C767E7}"/>
              </a:ext>
            </a:extLst>
          </p:cNvPr>
          <p:cNvSpPr>
            <a:spLocks noGrp="1"/>
          </p:cNvSpPr>
          <p:nvPr>
            <p:ph type="body" sz="quarter" idx="30" hasCustomPrompt="1"/>
          </p:nvPr>
        </p:nvSpPr>
        <p:spPr>
          <a:xfrm>
            <a:off x="5843191" y="1155131"/>
            <a:ext cx="1618549" cy="476588"/>
          </a:xfrm>
          <a:prstGeom prst="rect">
            <a:avLst/>
          </a:prstGeom>
        </p:spPr>
        <p:txBody>
          <a:bodyPr anchor="ctr"/>
          <a:lstStyle>
            <a:lvl1pPr marL="0" indent="0" algn="ctr">
              <a:lnSpc>
                <a:spcPct val="100000"/>
              </a:lnSpc>
              <a:spcBef>
                <a:spcPts val="0"/>
              </a:spcBef>
              <a:buNone/>
              <a:defRPr sz="1200">
                <a:solidFill>
                  <a:schemeClr val="bg1"/>
                </a:solidFill>
                <a:latin typeface="Arial Black" panose="020B0A04020102020204" pitchFamily="34" charset="0"/>
              </a:defRPr>
            </a:lvl1pPr>
          </a:lstStyle>
          <a:p>
            <a:pPr lvl="0"/>
            <a:r>
              <a:rPr lang="ru-RU" dirty="0"/>
              <a:t>ДЛИННЫЙ</a:t>
            </a:r>
            <a:br>
              <a:rPr lang="ru-RU" dirty="0"/>
            </a:br>
            <a:r>
              <a:rPr lang="ru-RU" dirty="0"/>
              <a:t>ЗАГОЛОВОК</a:t>
            </a:r>
          </a:p>
        </p:txBody>
      </p:sp>
      <p:sp>
        <p:nvSpPr>
          <p:cNvPr id="4" name="Заголовок 3">
            <a:extLst>
              <a:ext uri="{FF2B5EF4-FFF2-40B4-BE49-F238E27FC236}">
                <a16:creationId xmlns:a16="http://schemas.microsoft.com/office/drawing/2014/main" id="{1BED25E7-4547-47A2-ABA5-CDE387CE8B56}"/>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8A758CCB-4437-424E-B91B-0B6A62D3E4A4}"/>
              </a:ext>
            </a:extLst>
          </p:cNvPr>
          <p:cNvSpPr>
            <a:spLocks noGrp="1"/>
          </p:cNvSpPr>
          <p:nvPr>
            <p:ph type="dt" sz="half" idx="31"/>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DAC5A403-3921-441A-9C7F-6F12D8F0AAAC}"/>
              </a:ext>
            </a:extLst>
          </p:cNvPr>
          <p:cNvSpPr>
            <a:spLocks noGrp="1"/>
          </p:cNvSpPr>
          <p:nvPr>
            <p:ph type="sldNum" sz="quarter" idx="32"/>
          </p:nvPr>
        </p:nvSpPr>
        <p:spPr/>
        <p:txBody>
          <a:bodyPr/>
          <a:lstStyle/>
          <a:p>
            <a:fld id="{03D1A0BF-D385-4A72-B24F-35C80431A2AC}" type="slidenum">
              <a:rPr lang="ru-RU" smtClean="0"/>
              <a:pPr/>
              <a:t>‹#›</a:t>
            </a:fld>
            <a:endParaRPr lang="ru-RU"/>
          </a:p>
        </p:txBody>
      </p:sp>
    </p:spTree>
    <p:extLst>
      <p:ext uri="{BB962C8B-B14F-4D97-AF65-F5344CB8AC3E}">
        <p14:creationId xmlns:p14="http://schemas.microsoft.com/office/powerpoint/2010/main" val="1823394864"/>
      </p:ext>
    </p:extLst>
  </p:cSld>
  <p:clrMapOvr>
    <a:masterClrMapping/>
  </p:clrMapOvr>
  <p:transition spd="slow">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Цитаты.">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20" name="Рисунок 18">
            <a:extLst>
              <a:ext uri="{FF2B5EF4-FFF2-40B4-BE49-F238E27FC236}">
                <a16:creationId xmlns:a16="http://schemas.microsoft.com/office/drawing/2014/main" id="{721F1C97-40CB-4723-8F3C-B9C0E13B16D3}"/>
              </a:ext>
            </a:extLst>
          </p:cNvPr>
          <p:cNvSpPr/>
          <p:nvPr userDrawn="1"/>
        </p:nvSpPr>
        <p:spPr>
          <a:xfrm>
            <a:off x="7483328" y="3655553"/>
            <a:ext cx="1359869" cy="1338722"/>
          </a:xfrm>
          <a:custGeom>
            <a:avLst/>
            <a:gdLst>
              <a:gd name="connsiteX0" fmla="*/ 646153 w 1388417"/>
              <a:gd name="connsiteY0" fmla="*/ 25178 h 1366826"/>
              <a:gd name="connsiteX1" fmla="*/ 566629 w 1388417"/>
              <a:gd name="connsiteY1" fmla="*/ 624052 h 1366826"/>
              <a:gd name="connsiteX2" fmla="*/ 171864 w 1388417"/>
              <a:gd name="connsiteY2" fmla="*/ 1366827 h 1366826"/>
              <a:gd name="connsiteX3" fmla="*/ 0 w 1388417"/>
              <a:gd name="connsiteY3" fmla="*/ 1366827 h 1366826"/>
              <a:gd name="connsiteX4" fmla="*/ 1431 w 1388417"/>
              <a:gd name="connsiteY4" fmla="*/ 1362774 h 1366826"/>
              <a:gd name="connsiteX5" fmla="*/ 163187 w 1388417"/>
              <a:gd name="connsiteY5" fmla="*/ 561790 h 1366826"/>
              <a:gd name="connsiteX6" fmla="*/ 102449 w 1388417"/>
              <a:gd name="connsiteY6" fmla="*/ 0 h 1366826"/>
              <a:gd name="connsiteX7" fmla="*/ 646153 w 1388417"/>
              <a:gd name="connsiteY7" fmla="*/ 0 h 1366826"/>
              <a:gd name="connsiteX8" fmla="*/ 646153 w 1388417"/>
              <a:gd name="connsiteY8" fmla="*/ 25178 h 1366826"/>
              <a:gd name="connsiteX9" fmla="*/ 1387639 w 1388417"/>
              <a:gd name="connsiteY9" fmla="*/ 14388 h 1366826"/>
              <a:gd name="connsiteX10" fmla="*/ 1308099 w 1388417"/>
              <a:gd name="connsiteY10" fmla="*/ 624052 h 1366826"/>
              <a:gd name="connsiteX11" fmla="*/ 913338 w 1388417"/>
              <a:gd name="connsiteY11" fmla="*/ 1366827 h 1366826"/>
              <a:gd name="connsiteX12" fmla="*/ 741482 w 1388417"/>
              <a:gd name="connsiteY12" fmla="*/ 1366827 h 1366826"/>
              <a:gd name="connsiteX13" fmla="*/ 742913 w 1388417"/>
              <a:gd name="connsiteY13" fmla="*/ 1362774 h 1366826"/>
              <a:gd name="connsiteX14" fmla="*/ 904670 w 1388417"/>
              <a:gd name="connsiteY14" fmla="*/ 561790 h 1366826"/>
              <a:gd name="connsiteX15" fmla="*/ 843938 w 1388417"/>
              <a:gd name="connsiteY15" fmla="*/ 0 h 1366826"/>
              <a:gd name="connsiteX16" fmla="*/ 1387639 w 1388417"/>
              <a:gd name="connsiteY16" fmla="*/ 0 h 1366826"/>
              <a:gd name="connsiteX17" fmla="*/ 1387639 w 1388417"/>
              <a:gd name="connsiteY17" fmla="*/ 14388 h 136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8417" h="1366826">
                <a:moveTo>
                  <a:pt x="646153" y="25178"/>
                </a:moveTo>
                <a:cubicBezTo>
                  <a:pt x="651931" y="308972"/>
                  <a:pt x="625431" y="433901"/>
                  <a:pt x="566629" y="624052"/>
                </a:cubicBezTo>
                <a:cubicBezTo>
                  <a:pt x="507824" y="814211"/>
                  <a:pt x="376240" y="1061800"/>
                  <a:pt x="171864" y="1366827"/>
                </a:cubicBezTo>
                <a:lnTo>
                  <a:pt x="0" y="1366827"/>
                </a:lnTo>
                <a:cubicBezTo>
                  <a:pt x="0" y="1366827"/>
                  <a:pt x="954" y="1364125"/>
                  <a:pt x="1431" y="1362774"/>
                </a:cubicBezTo>
                <a:cubicBezTo>
                  <a:pt x="109271" y="1056188"/>
                  <a:pt x="163187" y="789190"/>
                  <a:pt x="163187" y="561790"/>
                </a:cubicBezTo>
                <a:cubicBezTo>
                  <a:pt x="163187" y="411207"/>
                  <a:pt x="142944" y="166033"/>
                  <a:pt x="102449" y="0"/>
                </a:cubicBezTo>
                <a:lnTo>
                  <a:pt x="646153" y="0"/>
                </a:lnTo>
                <a:lnTo>
                  <a:pt x="646153" y="25178"/>
                </a:lnTo>
                <a:close/>
                <a:moveTo>
                  <a:pt x="1387639" y="14388"/>
                </a:moveTo>
                <a:cubicBezTo>
                  <a:pt x="1393431" y="298181"/>
                  <a:pt x="1366913" y="433901"/>
                  <a:pt x="1308099" y="624052"/>
                </a:cubicBezTo>
                <a:cubicBezTo>
                  <a:pt x="1249298" y="814211"/>
                  <a:pt x="1117711" y="1061800"/>
                  <a:pt x="913338" y="1366827"/>
                </a:cubicBezTo>
                <a:lnTo>
                  <a:pt x="741482" y="1366827"/>
                </a:lnTo>
                <a:cubicBezTo>
                  <a:pt x="741482" y="1366827"/>
                  <a:pt x="742433" y="1364125"/>
                  <a:pt x="742913" y="1362774"/>
                </a:cubicBezTo>
                <a:cubicBezTo>
                  <a:pt x="850751" y="1056188"/>
                  <a:pt x="904670" y="789190"/>
                  <a:pt x="904670" y="561790"/>
                </a:cubicBezTo>
                <a:cubicBezTo>
                  <a:pt x="904670" y="411207"/>
                  <a:pt x="884423" y="166033"/>
                  <a:pt x="843938" y="0"/>
                </a:cubicBezTo>
                <a:lnTo>
                  <a:pt x="1387639" y="0"/>
                </a:lnTo>
                <a:lnTo>
                  <a:pt x="1387639" y="14388"/>
                </a:lnTo>
                <a:close/>
              </a:path>
            </a:pathLst>
          </a:custGeom>
          <a:noFill/>
          <a:ln w="37520" cap="flat">
            <a:gradFill>
              <a:gsLst>
                <a:gs pos="33000">
                  <a:schemeClr val="accent5"/>
                </a:gs>
                <a:gs pos="69000">
                  <a:schemeClr val="accent2"/>
                </a:gs>
              </a:gsLst>
              <a:lin ang="19200000" scaled="0"/>
            </a:gradFill>
            <a:prstDash val="solid"/>
            <a:miter/>
          </a:ln>
        </p:spPr>
        <p:txBody>
          <a:bodyPr rtlCol="0" anchor="ctr"/>
          <a:lstStyle/>
          <a:p>
            <a:endParaRPr lang="ru-RU"/>
          </a:p>
        </p:txBody>
      </p:sp>
      <p:sp>
        <p:nvSpPr>
          <p:cNvPr id="21" name="Рисунок 19">
            <a:extLst>
              <a:ext uri="{FF2B5EF4-FFF2-40B4-BE49-F238E27FC236}">
                <a16:creationId xmlns:a16="http://schemas.microsoft.com/office/drawing/2014/main" id="{D25124BE-78CF-498F-96C9-6C67BDD6B304}"/>
              </a:ext>
            </a:extLst>
          </p:cNvPr>
          <p:cNvSpPr/>
          <p:nvPr userDrawn="1"/>
        </p:nvSpPr>
        <p:spPr>
          <a:xfrm rot="10800000">
            <a:off x="229867" y="240655"/>
            <a:ext cx="1359869" cy="1338722"/>
          </a:xfrm>
          <a:custGeom>
            <a:avLst/>
            <a:gdLst>
              <a:gd name="connsiteX0" fmla="*/ 646153 w 1388417"/>
              <a:gd name="connsiteY0" fmla="*/ 25178 h 1366826"/>
              <a:gd name="connsiteX1" fmla="*/ 566629 w 1388417"/>
              <a:gd name="connsiteY1" fmla="*/ 624052 h 1366826"/>
              <a:gd name="connsiteX2" fmla="*/ 171864 w 1388417"/>
              <a:gd name="connsiteY2" fmla="*/ 1366827 h 1366826"/>
              <a:gd name="connsiteX3" fmla="*/ 0 w 1388417"/>
              <a:gd name="connsiteY3" fmla="*/ 1366827 h 1366826"/>
              <a:gd name="connsiteX4" fmla="*/ 1431 w 1388417"/>
              <a:gd name="connsiteY4" fmla="*/ 1362774 h 1366826"/>
              <a:gd name="connsiteX5" fmla="*/ 163187 w 1388417"/>
              <a:gd name="connsiteY5" fmla="*/ 561790 h 1366826"/>
              <a:gd name="connsiteX6" fmla="*/ 102449 w 1388417"/>
              <a:gd name="connsiteY6" fmla="*/ 0 h 1366826"/>
              <a:gd name="connsiteX7" fmla="*/ 646153 w 1388417"/>
              <a:gd name="connsiteY7" fmla="*/ 0 h 1366826"/>
              <a:gd name="connsiteX8" fmla="*/ 646153 w 1388417"/>
              <a:gd name="connsiteY8" fmla="*/ 25178 h 1366826"/>
              <a:gd name="connsiteX9" fmla="*/ 1387639 w 1388417"/>
              <a:gd name="connsiteY9" fmla="*/ 14388 h 1366826"/>
              <a:gd name="connsiteX10" fmla="*/ 1308099 w 1388417"/>
              <a:gd name="connsiteY10" fmla="*/ 624052 h 1366826"/>
              <a:gd name="connsiteX11" fmla="*/ 913338 w 1388417"/>
              <a:gd name="connsiteY11" fmla="*/ 1366827 h 1366826"/>
              <a:gd name="connsiteX12" fmla="*/ 741482 w 1388417"/>
              <a:gd name="connsiteY12" fmla="*/ 1366827 h 1366826"/>
              <a:gd name="connsiteX13" fmla="*/ 742913 w 1388417"/>
              <a:gd name="connsiteY13" fmla="*/ 1362774 h 1366826"/>
              <a:gd name="connsiteX14" fmla="*/ 904670 w 1388417"/>
              <a:gd name="connsiteY14" fmla="*/ 561790 h 1366826"/>
              <a:gd name="connsiteX15" fmla="*/ 843938 w 1388417"/>
              <a:gd name="connsiteY15" fmla="*/ 0 h 1366826"/>
              <a:gd name="connsiteX16" fmla="*/ 1387639 w 1388417"/>
              <a:gd name="connsiteY16" fmla="*/ 0 h 1366826"/>
              <a:gd name="connsiteX17" fmla="*/ 1387639 w 1388417"/>
              <a:gd name="connsiteY17" fmla="*/ 14388 h 136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8417" h="1366826">
                <a:moveTo>
                  <a:pt x="646153" y="25178"/>
                </a:moveTo>
                <a:cubicBezTo>
                  <a:pt x="651931" y="308972"/>
                  <a:pt x="625431" y="433901"/>
                  <a:pt x="566629" y="624052"/>
                </a:cubicBezTo>
                <a:cubicBezTo>
                  <a:pt x="507824" y="814211"/>
                  <a:pt x="376240" y="1061800"/>
                  <a:pt x="171864" y="1366827"/>
                </a:cubicBezTo>
                <a:lnTo>
                  <a:pt x="0" y="1366827"/>
                </a:lnTo>
                <a:cubicBezTo>
                  <a:pt x="0" y="1366827"/>
                  <a:pt x="954" y="1364125"/>
                  <a:pt x="1431" y="1362774"/>
                </a:cubicBezTo>
                <a:cubicBezTo>
                  <a:pt x="109271" y="1056188"/>
                  <a:pt x="163187" y="789190"/>
                  <a:pt x="163187" y="561790"/>
                </a:cubicBezTo>
                <a:cubicBezTo>
                  <a:pt x="163187" y="411207"/>
                  <a:pt x="142944" y="166033"/>
                  <a:pt x="102449" y="0"/>
                </a:cubicBezTo>
                <a:lnTo>
                  <a:pt x="646153" y="0"/>
                </a:lnTo>
                <a:lnTo>
                  <a:pt x="646153" y="25178"/>
                </a:lnTo>
                <a:close/>
                <a:moveTo>
                  <a:pt x="1387639" y="14388"/>
                </a:moveTo>
                <a:cubicBezTo>
                  <a:pt x="1393431" y="298181"/>
                  <a:pt x="1366913" y="433901"/>
                  <a:pt x="1308099" y="624052"/>
                </a:cubicBezTo>
                <a:cubicBezTo>
                  <a:pt x="1249298" y="814211"/>
                  <a:pt x="1117711" y="1061800"/>
                  <a:pt x="913338" y="1366827"/>
                </a:cubicBezTo>
                <a:lnTo>
                  <a:pt x="741482" y="1366827"/>
                </a:lnTo>
                <a:cubicBezTo>
                  <a:pt x="741482" y="1366827"/>
                  <a:pt x="742433" y="1364125"/>
                  <a:pt x="742913" y="1362774"/>
                </a:cubicBezTo>
                <a:cubicBezTo>
                  <a:pt x="850751" y="1056188"/>
                  <a:pt x="904670" y="789190"/>
                  <a:pt x="904670" y="561790"/>
                </a:cubicBezTo>
                <a:cubicBezTo>
                  <a:pt x="904670" y="411207"/>
                  <a:pt x="884423" y="166033"/>
                  <a:pt x="843938" y="0"/>
                </a:cubicBezTo>
                <a:lnTo>
                  <a:pt x="1387639" y="0"/>
                </a:lnTo>
                <a:lnTo>
                  <a:pt x="1387639" y="14388"/>
                </a:lnTo>
                <a:close/>
              </a:path>
            </a:pathLst>
          </a:custGeom>
          <a:noFill/>
          <a:ln w="37520" cap="flat">
            <a:gradFill>
              <a:gsLst>
                <a:gs pos="32000">
                  <a:schemeClr val="accent5"/>
                </a:gs>
                <a:gs pos="65000">
                  <a:schemeClr val="accent2"/>
                </a:gs>
              </a:gsLst>
              <a:lin ang="7800000" scaled="0"/>
            </a:gradFill>
            <a:prstDash val="solid"/>
            <a:miter/>
          </a:ln>
        </p:spPr>
        <p:txBody>
          <a:bodyPr rtlCol="0" anchor="ctr"/>
          <a:lstStyle/>
          <a:p>
            <a:endParaRPr lang="ru-RU"/>
          </a:p>
        </p:txBody>
      </p:sp>
      <p:sp>
        <p:nvSpPr>
          <p:cNvPr id="17" name="Прямоугольник: скругленные углы 16">
            <a:extLst>
              <a:ext uri="{FF2B5EF4-FFF2-40B4-BE49-F238E27FC236}">
                <a16:creationId xmlns:a16="http://schemas.microsoft.com/office/drawing/2014/main" id="{4B2B0A94-411B-4FE3-B326-D23391AA2CA8}"/>
              </a:ext>
            </a:extLst>
          </p:cNvPr>
          <p:cNvSpPr/>
          <p:nvPr userDrawn="1"/>
        </p:nvSpPr>
        <p:spPr>
          <a:xfrm>
            <a:off x="1268639" y="722852"/>
            <a:ext cx="6606722" cy="3699385"/>
          </a:xfrm>
          <a:prstGeom prst="roundRect">
            <a:avLst>
              <a:gd name="adj" fmla="val 0"/>
            </a:avLst>
          </a:prstGeom>
          <a:gradFill flip="none" rotWithShape="1">
            <a:gsLst>
              <a:gs pos="50000">
                <a:schemeClr val="bg2"/>
              </a:gs>
              <a:gs pos="99000">
                <a:schemeClr val="tx1">
                  <a:lumMod val="50000"/>
                  <a:alpha val="50000"/>
                </a:schemeClr>
              </a:gs>
              <a:gs pos="0">
                <a:schemeClr val="accent5">
                  <a:lumMod val="50000"/>
                  <a:alpha val="30000"/>
                </a:schemeClr>
              </a:gs>
            </a:gsLst>
            <a:lin ang="18900000" scaled="1"/>
            <a:tileRect/>
          </a:gradFill>
          <a:ln w="31750">
            <a:noFill/>
          </a:ln>
          <a:effectLst>
            <a:outerShdw blurRad="3302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a:solidFill>
                <a:srgbClr val="FFFFFF"/>
              </a:solidFill>
              <a:latin typeface="Calibri" panose="020F0502020204030204"/>
            </a:endParaRPr>
          </a:p>
        </p:txBody>
      </p:sp>
      <p:sp>
        <p:nvSpPr>
          <p:cNvPr id="27" name="Текст 5">
            <a:extLst>
              <a:ext uri="{FF2B5EF4-FFF2-40B4-BE49-F238E27FC236}">
                <a16:creationId xmlns:a16="http://schemas.microsoft.com/office/drawing/2014/main" id="{AF275A50-3BC7-480D-9ECA-7752EAE0C7D5}"/>
              </a:ext>
            </a:extLst>
          </p:cNvPr>
          <p:cNvSpPr>
            <a:spLocks noGrp="1"/>
          </p:cNvSpPr>
          <p:nvPr>
            <p:ph type="body" sz="quarter" idx="24" hasCustomPrompt="1"/>
          </p:nvPr>
        </p:nvSpPr>
        <p:spPr>
          <a:xfrm>
            <a:off x="1589736" y="2066458"/>
            <a:ext cx="2827140" cy="1493966"/>
          </a:xfrm>
          <a:prstGeom prst="rect">
            <a:avLst/>
          </a:prstGeom>
        </p:spPr>
        <p:txBody>
          <a:bodyPr/>
          <a:lstStyle>
            <a:lvl1pPr marL="171450" indent="-171450">
              <a:buFont typeface="Arial" panose="020B0604020202020204" pitchFamily="34" charset="0"/>
              <a:buChar char="•"/>
              <a:defRPr sz="10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38" name="Текст 4">
            <a:extLst>
              <a:ext uri="{FF2B5EF4-FFF2-40B4-BE49-F238E27FC236}">
                <a16:creationId xmlns:a16="http://schemas.microsoft.com/office/drawing/2014/main" id="{282A97BB-C94E-456D-95BF-27CEE1C767E7}"/>
              </a:ext>
            </a:extLst>
          </p:cNvPr>
          <p:cNvSpPr>
            <a:spLocks noGrp="1"/>
          </p:cNvSpPr>
          <p:nvPr>
            <p:ph type="body" sz="quarter" idx="30" hasCustomPrompt="1"/>
          </p:nvPr>
        </p:nvSpPr>
        <p:spPr>
          <a:xfrm>
            <a:off x="2923757" y="860917"/>
            <a:ext cx="3296486" cy="476588"/>
          </a:xfrm>
          <a:prstGeom prst="rect">
            <a:avLst/>
          </a:prstGeom>
        </p:spPr>
        <p:txBody>
          <a:bodyPr anchor="ctr"/>
          <a:lstStyle>
            <a:lvl1pPr marL="0" indent="0" algn="ctr">
              <a:lnSpc>
                <a:spcPct val="100000"/>
              </a:lnSpc>
              <a:spcBef>
                <a:spcPts val="0"/>
              </a:spcBef>
              <a:buNone/>
              <a:defRPr sz="2400">
                <a:solidFill>
                  <a:schemeClr val="tx1"/>
                </a:solidFill>
                <a:latin typeface="Arial Black" panose="020B0A04020102020204" pitchFamily="34" charset="0"/>
              </a:defRPr>
            </a:lvl1pPr>
          </a:lstStyle>
          <a:p>
            <a:pPr lvl="0"/>
            <a:r>
              <a:rPr lang="ru-RU" dirty="0"/>
              <a:t>ЗАГОЛОВОК</a:t>
            </a:r>
          </a:p>
        </p:txBody>
      </p:sp>
      <p:sp>
        <p:nvSpPr>
          <p:cNvPr id="2" name="Дата 1">
            <a:extLst>
              <a:ext uri="{FF2B5EF4-FFF2-40B4-BE49-F238E27FC236}">
                <a16:creationId xmlns:a16="http://schemas.microsoft.com/office/drawing/2014/main" id="{8A758CCB-4437-424E-B91B-0B6A62D3E4A4}"/>
              </a:ext>
            </a:extLst>
          </p:cNvPr>
          <p:cNvSpPr>
            <a:spLocks noGrp="1"/>
          </p:cNvSpPr>
          <p:nvPr>
            <p:ph type="dt" sz="half" idx="31"/>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DAC5A403-3921-441A-9C7F-6F12D8F0AAAC}"/>
              </a:ext>
            </a:extLst>
          </p:cNvPr>
          <p:cNvSpPr>
            <a:spLocks noGrp="1"/>
          </p:cNvSpPr>
          <p:nvPr>
            <p:ph type="sldNum" sz="quarter" idx="32"/>
          </p:nvPr>
        </p:nvSpPr>
        <p:spPr>
          <a:xfrm>
            <a:off x="8347096" y="4768850"/>
            <a:ext cx="552813" cy="273050"/>
          </a:xfrm>
        </p:spPr>
        <p:txBody>
          <a:bodyPr/>
          <a:lstStyle/>
          <a:p>
            <a:fld id="{03D1A0BF-D385-4A72-B24F-35C80431A2AC}" type="slidenum">
              <a:rPr lang="ru-RU" smtClean="0"/>
              <a:pPr/>
              <a:t>‹#›</a:t>
            </a:fld>
            <a:endParaRPr lang="ru-RU"/>
          </a:p>
        </p:txBody>
      </p:sp>
      <p:sp>
        <p:nvSpPr>
          <p:cNvPr id="22" name="Текст 5">
            <a:extLst>
              <a:ext uri="{FF2B5EF4-FFF2-40B4-BE49-F238E27FC236}">
                <a16:creationId xmlns:a16="http://schemas.microsoft.com/office/drawing/2014/main" id="{A1231A56-A948-4688-AF28-B70E86B31198}"/>
              </a:ext>
            </a:extLst>
          </p:cNvPr>
          <p:cNvSpPr>
            <a:spLocks noGrp="1"/>
          </p:cNvSpPr>
          <p:nvPr>
            <p:ph type="body" sz="quarter" idx="33" hasCustomPrompt="1"/>
          </p:nvPr>
        </p:nvSpPr>
        <p:spPr>
          <a:xfrm>
            <a:off x="4722863" y="2066458"/>
            <a:ext cx="2827140" cy="1493966"/>
          </a:xfrm>
          <a:prstGeom prst="rect">
            <a:avLst/>
          </a:prstGeom>
        </p:spPr>
        <p:txBody>
          <a:bodyPr/>
          <a:lstStyle>
            <a:lvl1pPr marL="171450" indent="-171450">
              <a:buFont typeface="Arial" panose="020B0604020202020204" pitchFamily="34" charset="0"/>
              <a:buChar char="•"/>
              <a:defRPr sz="10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23" name="Текст 4">
            <a:extLst>
              <a:ext uri="{FF2B5EF4-FFF2-40B4-BE49-F238E27FC236}">
                <a16:creationId xmlns:a16="http://schemas.microsoft.com/office/drawing/2014/main" id="{C26E2CAA-BD28-4D8E-A3AC-393C0298C52C}"/>
              </a:ext>
            </a:extLst>
          </p:cNvPr>
          <p:cNvSpPr>
            <a:spLocks noGrp="1"/>
          </p:cNvSpPr>
          <p:nvPr>
            <p:ph type="body" sz="quarter" idx="34" hasCustomPrompt="1"/>
          </p:nvPr>
        </p:nvSpPr>
        <p:spPr>
          <a:xfrm>
            <a:off x="2923757" y="1356555"/>
            <a:ext cx="3296486" cy="319845"/>
          </a:xfrm>
          <a:prstGeom prst="rect">
            <a:avLst/>
          </a:prstGeom>
        </p:spPr>
        <p:txBody>
          <a:bodyPr anchor="ctr"/>
          <a:lstStyle>
            <a:lvl1pPr marL="0" indent="0" algn="ctr">
              <a:lnSpc>
                <a:spcPct val="100000"/>
              </a:lnSpc>
              <a:spcBef>
                <a:spcPts val="0"/>
              </a:spcBef>
              <a:buNone/>
              <a:defRPr sz="1600">
                <a:solidFill>
                  <a:schemeClr val="accent5"/>
                </a:solidFill>
                <a:latin typeface="Arial Black" panose="020B0A04020102020204" pitchFamily="34" charset="0"/>
              </a:defRPr>
            </a:lvl1pPr>
          </a:lstStyle>
          <a:p>
            <a:pPr lvl="0"/>
            <a:r>
              <a:rPr lang="ru-RU" dirty="0"/>
              <a:t>Подзаголовок:</a:t>
            </a:r>
          </a:p>
        </p:txBody>
      </p:sp>
      <p:cxnSp>
        <p:nvCxnSpPr>
          <p:cNvPr id="24" name="Прямая соединительная линия 23">
            <a:extLst>
              <a:ext uri="{FF2B5EF4-FFF2-40B4-BE49-F238E27FC236}">
                <a16:creationId xmlns:a16="http://schemas.microsoft.com/office/drawing/2014/main" id="{5A863197-451B-4603-805B-25336C7EB9AD}"/>
              </a:ext>
            </a:extLst>
          </p:cNvPr>
          <p:cNvCxnSpPr>
            <a:cxnSpLocks/>
          </p:cNvCxnSpPr>
          <p:nvPr userDrawn="1"/>
        </p:nvCxnSpPr>
        <p:spPr>
          <a:xfrm>
            <a:off x="2627749" y="1874610"/>
            <a:ext cx="751114" cy="0"/>
          </a:xfrm>
          <a:prstGeom prst="line">
            <a:avLst/>
          </a:prstGeom>
          <a:ln w="38100" cap="rnd">
            <a:gradFill flip="none" rotWithShape="1">
              <a:gsLst>
                <a:gs pos="25000">
                  <a:schemeClr val="accent5"/>
                </a:gs>
                <a:gs pos="75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a:extLst>
              <a:ext uri="{FF2B5EF4-FFF2-40B4-BE49-F238E27FC236}">
                <a16:creationId xmlns:a16="http://schemas.microsoft.com/office/drawing/2014/main" id="{04F17A19-EBC8-45A7-A5F1-05732C5DFE4D}"/>
              </a:ext>
            </a:extLst>
          </p:cNvPr>
          <p:cNvCxnSpPr>
            <a:cxnSpLocks/>
          </p:cNvCxnSpPr>
          <p:nvPr userDrawn="1"/>
        </p:nvCxnSpPr>
        <p:spPr>
          <a:xfrm>
            <a:off x="5760876" y="1876170"/>
            <a:ext cx="751114" cy="0"/>
          </a:xfrm>
          <a:prstGeom prst="line">
            <a:avLst/>
          </a:prstGeom>
          <a:ln w="38100" cap="rnd">
            <a:gradFill flip="none" rotWithShape="1">
              <a:gsLst>
                <a:gs pos="25000">
                  <a:schemeClr val="accent5"/>
                </a:gs>
                <a:gs pos="75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0" name="Текст 5">
            <a:extLst>
              <a:ext uri="{FF2B5EF4-FFF2-40B4-BE49-F238E27FC236}">
                <a16:creationId xmlns:a16="http://schemas.microsoft.com/office/drawing/2014/main" id="{46742798-C7B6-486F-948A-5411D5160A14}"/>
              </a:ext>
            </a:extLst>
          </p:cNvPr>
          <p:cNvSpPr>
            <a:spLocks noGrp="1"/>
          </p:cNvSpPr>
          <p:nvPr>
            <p:ph type="body" sz="quarter" idx="35" hasCustomPrompt="1"/>
          </p:nvPr>
        </p:nvSpPr>
        <p:spPr>
          <a:xfrm>
            <a:off x="180036" y="4831345"/>
            <a:ext cx="3706164" cy="181980"/>
          </a:xfrm>
          <a:prstGeom prst="rect">
            <a:avLst/>
          </a:prstGeom>
        </p:spPr>
        <p:txBody>
          <a:bodyPr/>
          <a:lstStyle>
            <a:lvl1pPr marL="0" indent="0">
              <a:buFont typeface="Arial" panose="020B0604020202020204" pitchFamily="34" charset="0"/>
              <a:buNone/>
              <a:defRPr sz="800">
                <a:solidFill>
                  <a:schemeClr val="bg1">
                    <a:lumMod val="75000"/>
                  </a:schemeClr>
                </a:solidFill>
              </a:defRPr>
            </a:lvl1pPr>
          </a:lstStyle>
          <a:p>
            <a:pPr lvl="0"/>
            <a:r>
              <a:rPr lang="en-US" dirty="0"/>
              <a:t>On the other hand, we denounce with righteous indignation</a:t>
            </a:r>
            <a:endParaRPr lang="ru-RU" dirty="0"/>
          </a:p>
        </p:txBody>
      </p:sp>
    </p:spTree>
    <p:extLst>
      <p:ext uri="{BB962C8B-B14F-4D97-AF65-F5344CB8AC3E}">
        <p14:creationId xmlns:p14="http://schemas.microsoft.com/office/powerpoint/2010/main" val="2051505873"/>
      </p:ext>
    </p:extLst>
  </p:cSld>
  <p:clrMapOvr>
    <a:masterClrMapping/>
  </p:clrMapOvr>
  <p:transition spd="slow">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Три цветных рамочки с текстом.">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11" name="Скругленный прямоугольник 29">
            <a:extLst>
              <a:ext uri="{FF2B5EF4-FFF2-40B4-BE49-F238E27FC236}">
                <a16:creationId xmlns:a16="http://schemas.microsoft.com/office/drawing/2014/main" id="{1E1DDFB5-99D1-4E04-8226-90CBB59B8373}"/>
              </a:ext>
            </a:extLst>
          </p:cNvPr>
          <p:cNvSpPr/>
          <p:nvPr userDrawn="1"/>
        </p:nvSpPr>
        <p:spPr>
          <a:xfrm rot="16200000">
            <a:off x="124059" y="1533624"/>
            <a:ext cx="3297479" cy="2574461"/>
          </a:xfrm>
          <a:prstGeom prst="roundRect">
            <a:avLst>
              <a:gd name="adj" fmla="val 15747"/>
            </a:avLst>
          </a:prstGeom>
          <a:noFill/>
          <a:ln w="38100">
            <a:gradFill flip="none" rotWithShape="1">
              <a:gsLst>
                <a:gs pos="67000">
                  <a:schemeClr val="accent2"/>
                </a:gs>
                <a:gs pos="26000">
                  <a:schemeClr val="accent5"/>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2" name="Скругленный прямоугольник 38">
            <a:extLst>
              <a:ext uri="{FF2B5EF4-FFF2-40B4-BE49-F238E27FC236}">
                <a16:creationId xmlns:a16="http://schemas.microsoft.com/office/drawing/2014/main" id="{BC340358-7FEF-485A-B3EB-660E4140A597}"/>
              </a:ext>
            </a:extLst>
          </p:cNvPr>
          <p:cNvSpPr/>
          <p:nvPr userDrawn="1"/>
        </p:nvSpPr>
        <p:spPr>
          <a:xfrm rot="16200000">
            <a:off x="2850662" y="1533617"/>
            <a:ext cx="3297479" cy="2574463"/>
          </a:xfrm>
          <a:prstGeom prst="roundRect">
            <a:avLst>
              <a:gd name="adj" fmla="val 15747"/>
            </a:avLst>
          </a:prstGeom>
          <a:noFill/>
          <a:ln w="38100">
            <a:gradFill flip="none" rotWithShape="1">
              <a:gsLst>
                <a:gs pos="67000">
                  <a:schemeClr val="accent2"/>
                </a:gs>
                <a:gs pos="26000">
                  <a:schemeClr val="accent5"/>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3" name="Скругленный прямоугольник 38">
            <a:extLst>
              <a:ext uri="{FF2B5EF4-FFF2-40B4-BE49-F238E27FC236}">
                <a16:creationId xmlns:a16="http://schemas.microsoft.com/office/drawing/2014/main" id="{6A73EE3A-A737-4BFC-BF78-09964F16F46B}"/>
              </a:ext>
            </a:extLst>
          </p:cNvPr>
          <p:cNvSpPr/>
          <p:nvPr userDrawn="1"/>
        </p:nvSpPr>
        <p:spPr>
          <a:xfrm rot="16200000">
            <a:off x="5577266" y="1533616"/>
            <a:ext cx="3297479" cy="2574464"/>
          </a:xfrm>
          <a:prstGeom prst="roundRect">
            <a:avLst>
              <a:gd name="adj" fmla="val 15747"/>
            </a:avLst>
          </a:prstGeom>
          <a:noFill/>
          <a:ln w="38100">
            <a:gradFill flip="none" rotWithShape="1">
              <a:gsLst>
                <a:gs pos="67000">
                  <a:schemeClr val="accent2"/>
                </a:gs>
                <a:gs pos="26000">
                  <a:schemeClr val="accent5"/>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738478" y="1452629"/>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ОДИН</a:t>
            </a:r>
          </a:p>
        </p:txBody>
      </p:sp>
      <p:sp>
        <p:nvSpPr>
          <p:cNvPr id="17" name="Текст 37">
            <a:extLst>
              <a:ext uri="{FF2B5EF4-FFF2-40B4-BE49-F238E27FC236}">
                <a16:creationId xmlns:a16="http://schemas.microsoft.com/office/drawing/2014/main" id="{C2E34FA2-8F98-44AE-ABBE-DA2CCD975C73}"/>
              </a:ext>
            </a:extLst>
          </p:cNvPr>
          <p:cNvSpPr>
            <a:spLocks noGrp="1"/>
          </p:cNvSpPr>
          <p:nvPr>
            <p:ph type="body" sz="quarter" idx="14" hasCustomPrompt="1"/>
          </p:nvPr>
        </p:nvSpPr>
        <p:spPr>
          <a:xfrm>
            <a:off x="3454777" y="1452629"/>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ДВА</a:t>
            </a:r>
          </a:p>
        </p:txBody>
      </p:sp>
      <p:sp>
        <p:nvSpPr>
          <p:cNvPr id="18" name="Текст 37">
            <a:extLst>
              <a:ext uri="{FF2B5EF4-FFF2-40B4-BE49-F238E27FC236}">
                <a16:creationId xmlns:a16="http://schemas.microsoft.com/office/drawing/2014/main" id="{6FBC81CC-01AF-4EA1-885C-C18168ABC1D8}"/>
              </a:ext>
            </a:extLst>
          </p:cNvPr>
          <p:cNvSpPr>
            <a:spLocks noGrp="1"/>
          </p:cNvSpPr>
          <p:nvPr>
            <p:ph type="body" sz="quarter" idx="15" hasCustomPrompt="1"/>
          </p:nvPr>
        </p:nvSpPr>
        <p:spPr>
          <a:xfrm>
            <a:off x="6204381" y="1452629"/>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ТРИ</a:t>
            </a:r>
          </a:p>
        </p:txBody>
      </p:sp>
      <p:sp>
        <p:nvSpPr>
          <p:cNvPr id="19" name="Текст 5">
            <a:extLst>
              <a:ext uri="{FF2B5EF4-FFF2-40B4-BE49-F238E27FC236}">
                <a16:creationId xmlns:a16="http://schemas.microsoft.com/office/drawing/2014/main" id="{1204E147-7AC5-4968-A3BF-56E83E9202BC}"/>
              </a:ext>
            </a:extLst>
          </p:cNvPr>
          <p:cNvSpPr>
            <a:spLocks noGrp="1"/>
          </p:cNvSpPr>
          <p:nvPr>
            <p:ph type="body" sz="quarter" idx="24" hasCustomPrompt="1"/>
          </p:nvPr>
        </p:nvSpPr>
        <p:spPr>
          <a:xfrm>
            <a:off x="738478" y="2137767"/>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1" name="Текст 5">
            <a:extLst>
              <a:ext uri="{FF2B5EF4-FFF2-40B4-BE49-F238E27FC236}">
                <a16:creationId xmlns:a16="http://schemas.microsoft.com/office/drawing/2014/main" id="{D13F211E-54D2-476C-B275-E34B03FCA9BB}"/>
              </a:ext>
            </a:extLst>
          </p:cNvPr>
          <p:cNvSpPr>
            <a:spLocks noGrp="1"/>
          </p:cNvSpPr>
          <p:nvPr>
            <p:ph type="body" sz="quarter" idx="26" hasCustomPrompt="1"/>
          </p:nvPr>
        </p:nvSpPr>
        <p:spPr>
          <a:xfrm>
            <a:off x="3454777" y="2137767"/>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3" name="Текст 5">
            <a:extLst>
              <a:ext uri="{FF2B5EF4-FFF2-40B4-BE49-F238E27FC236}">
                <a16:creationId xmlns:a16="http://schemas.microsoft.com/office/drawing/2014/main" id="{DC66AC50-0ADD-4CEE-8C61-60BE23C1AFA1}"/>
              </a:ext>
            </a:extLst>
          </p:cNvPr>
          <p:cNvSpPr>
            <a:spLocks noGrp="1"/>
          </p:cNvSpPr>
          <p:nvPr>
            <p:ph type="body" sz="quarter" idx="28" hasCustomPrompt="1"/>
          </p:nvPr>
        </p:nvSpPr>
        <p:spPr>
          <a:xfrm>
            <a:off x="6204381" y="2137767"/>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p>
            <a:fld id="{03D1A0BF-D385-4A72-B24F-35C80431A2AC}" type="slidenum">
              <a:rPr lang="ru-RU" smtClean="0"/>
              <a:pPr/>
              <a:t>‹#›</a:t>
            </a:fld>
            <a:endParaRPr lang="ru-RU"/>
          </a:p>
        </p:txBody>
      </p:sp>
    </p:spTree>
    <p:extLst>
      <p:ext uri="{BB962C8B-B14F-4D97-AF65-F5344CB8AC3E}">
        <p14:creationId xmlns:p14="http://schemas.microsoft.com/office/powerpoint/2010/main" val="1824972068"/>
      </p:ext>
    </p:extLst>
  </p:cSld>
  <p:clrMapOvr>
    <a:masterClrMapping/>
  </p:clrMapOvr>
  <p:transition spd="slow">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Три цветные рамочки с выводом.">
    <p:bg>
      <p:bgPr>
        <a:gradFill flip="none" rotWithShape="1">
          <a:gsLst>
            <a:gs pos="52000">
              <a:schemeClr val="bg2"/>
            </a:gs>
            <a:gs pos="0">
              <a:schemeClr val="accent5">
                <a:lumMod val="40000"/>
              </a:schemeClr>
            </a:gs>
          </a:gsLst>
          <a:lin ang="16200000" scaled="1"/>
          <a:tileRect/>
        </a:gradFill>
        <a:effectLst/>
      </p:bgPr>
    </p:bg>
    <p:spTree>
      <p:nvGrpSpPr>
        <p:cNvPr id="1" name=""/>
        <p:cNvGrpSpPr/>
        <p:nvPr/>
      </p:nvGrpSpPr>
      <p:grpSpPr>
        <a:xfrm>
          <a:off x="0" y="0"/>
          <a:ext cx="0" cy="0"/>
          <a:chOff x="0" y="0"/>
          <a:chExt cx="0" cy="0"/>
        </a:xfrm>
      </p:grpSpPr>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808565" y="1510647"/>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ОДИН</a:t>
            </a:r>
          </a:p>
        </p:txBody>
      </p:sp>
      <p:sp>
        <p:nvSpPr>
          <p:cNvPr id="17" name="Текст 37">
            <a:extLst>
              <a:ext uri="{FF2B5EF4-FFF2-40B4-BE49-F238E27FC236}">
                <a16:creationId xmlns:a16="http://schemas.microsoft.com/office/drawing/2014/main" id="{C2E34FA2-8F98-44AE-ABBE-DA2CCD975C73}"/>
              </a:ext>
            </a:extLst>
          </p:cNvPr>
          <p:cNvSpPr>
            <a:spLocks noGrp="1"/>
          </p:cNvSpPr>
          <p:nvPr>
            <p:ph type="body" sz="quarter" idx="14" hasCustomPrompt="1"/>
          </p:nvPr>
        </p:nvSpPr>
        <p:spPr>
          <a:xfrm>
            <a:off x="3707383" y="1510647"/>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ДВА</a:t>
            </a:r>
          </a:p>
        </p:txBody>
      </p:sp>
      <p:sp>
        <p:nvSpPr>
          <p:cNvPr id="18" name="Текст 37">
            <a:extLst>
              <a:ext uri="{FF2B5EF4-FFF2-40B4-BE49-F238E27FC236}">
                <a16:creationId xmlns:a16="http://schemas.microsoft.com/office/drawing/2014/main" id="{6FBC81CC-01AF-4EA1-885C-C18168ABC1D8}"/>
              </a:ext>
            </a:extLst>
          </p:cNvPr>
          <p:cNvSpPr>
            <a:spLocks noGrp="1"/>
          </p:cNvSpPr>
          <p:nvPr>
            <p:ph type="body" sz="quarter" idx="15" hasCustomPrompt="1"/>
          </p:nvPr>
        </p:nvSpPr>
        <p:spPr>
          <a:xfrm>
            <a:off x="6578570" y="1510647"/>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ТРИ</a:t>
            </a:r>
          </a:p>
        </p:txBody>
      </p:sp>
      <p:sp>
        <p:nvSpPr>
          <p:cNvPr id="19" name="Текст 5">
            <a:extLst>
              <a:ext uri="{FF2B5EF4-FFF2-40B4-BE49-F238E27FC236}">
                <a16:creationId xmlns:a16="http://schemas.microsoft.com/office/drawing/2014/main" id="{1204E147-7AC5-4968-A3BF-56E83E9202BC}"/>
              </a:ext>
            </a:extLst>
          </p:cNvPr>
          <p:cNvSpPr>
            <a:spLocks noGrp="1"/>
          </p:cNvSpPr>
          <p:nvPr>
            <p:ph type="body" sz="quarter" idx="24" hasCustomPrompt="1"/>
          </p:nvPr>
        </p:nvSpPr>
        <p:spPr>
          <a:xfrm>
            <a:off x="738478" y="3457851"/>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1" name="Текст 5">
            <a:extLst>
              <a:ext uri="{FF2B5EF4-FFF2-40B4-BE49-F238E27FC236}">
                <a16:creationId xmlns:a16="http://schemas.microsoft.com/office/drawing/2014/main" id="{D13F211E-54D2-476C-B275-E34B03FCA9BB}"/>
              </a:ext>
            </a:extLst>
          </p:cNvPr>
          <p:cNvSpPr>
            <a:spLocks noGrp="1"/>
          </p:cNvSpPr>
          <p:nvPr>
            <p:ph type="body" sz="quarter" idx="26" hasCustomPrompt="1"/>
          </p:nvPr>
        </p:nvSpPr>
        <p:spPr>
          <a:xfrm>
            <a:off x="3454777" y="3457851"/>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3" name="Текст 5">
            <a:extLst>
              <a:ext uri="{FF2B5EF4-FFF2-40B4-BE49-F238E27FC236}">
                <a16:creationId xmlns:a16="http://schemas.microsoft.com/office/drawing/2014/main" id="{DC66AC50-0ADD-4CEE-8C61-60BE23C1AFA1}"/>
              </a:ext>
            </a:extLst>
          </p:cNvPr>
          <p:cNvSpPr>
            <a:spLocks noGrp="1"/>
          </p:cNvSpPr>
          <p:nvPr>
            <p:ph type="body" sz="quarter" idx="28" hasCustomPrompt="1"/>
          </p:nvPr>
        </p:nvSpPr>
        <p:spPr>
          <a:xfrm>
            <a:off x="6204381" y="3457851"/>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p>
            <a:fld id="{03D1A0BF-D385-4A72-B24F-35C80431A2AC}" type="slidenum">
              <a:rPr lang="ru-RU" smtClean="0"/>
              <a:pPr/>
              <a:t>‹#›</a:t>
            </a:fld>
            <a:endParaRPr lang="ru-RU"/>
          </a:p>
        </p:txBody>
      </p:sp>
      <p:sp>
        <p:nvSpPr>
          <p:cNvPr id="22" name="Прямоугольник 21">
            <a:extLst>
              <a:ext uri="{FF2B5EF4-FFF2-40B4-BE49-F238E27FC236}">
                <a16:creationId xmlns:a16="http://schemas.microsoft.com/office/drawing/2014/main" id="{CFCA0D0F-D71F-433C-BC5A-B885DA879B7A}"/>
              </a:ext>
            </a:extLst>
          </p:cNvPr>
          <p:cNvSpPr/>
          <p:nvPr userDrawn="1"/>
        </p:nvSpPr>
        <p:spPr>
          <a:xfrm>
            <a:off x="260735" y="1317669"/>
            <a:ext cx="600164" cy="900246"/>
          </a:xfrm>
          <a:prstGeom prst="rect">
            <a:avLst/>
          </a:prstGeom>
          <a:noFill/>
        </p:spPr>
        <p:txBody>
          <a:bodyPr wrap="none" lIns="68580" tIns="34290" rIns="68580" bIns="34290">
            <a:spAutoFit/>
          </a:bodyPr>
          <a:lstStyle/>
          <a:p>
            <a:pPr algn="ctr" defTabSz="342900">
              <a:defRPr/>
            </a:pPr>
            <a:r>
              <a:rPr lang="en-US" sz="5400" b="1" dirty="0">
                <a:ln w="38100">
                  <a:solidFill>
                    <a:schemeClr val="accent5"/>
                  </a:solidFill>
                </a:ln>
                <a:noFill/>
                <a:latin typeface="Arial Black" panose="020B0604020202020204" pitchFamily="34" charset="0"/>
                <a:cs typeface="Arial Black" panose="020B0604020202020204" pitchFamily="34" charset="0"/>
              </a:rPr>
              <a:t>1</a:t>
            </a:r>
            <a:endParaRPr lang="ru-RU" sz="5400" b="1" dirty="0">
              <a:ln w="38100">
                <a:solidFill>
                  <a:schemeClr val="accent5"/>
                </a:solidFill>
              </a:ln>
              <a:noFill/>
              <a:latin typeface="Arial Black" panose="020B0604020202020204" pitchFamily="34" charset="0"/>
              <a:cs typeface="Arial Black" panose="020B0604020202020204" pitchFamily="34" charset="0"/>
            </a:endParaRPr>
          </a:p>
        </p:txBody>
      </p:sp>
      <p:sp>
        <p:nvSpPr>
          <p:cNvPr id="24" name="Скругленный прямоугольник 29">
            <a:extLst>
              <a:ext uri="{FF2B5EF4-FFF2-40B4-BE49-F238E27FC236}">
                <a16:creationId xmlns:a16="http://schemas.microsoft.com/office/drawing/2014/main" id="{B81765C2-FDB5-487C-BA66-F62A70C0242F}"/>
              </a:ext>
            </a:extLst>
          </p:cNvPr>
          <p:cNvSpPr/>
          <p:nvPr userDrawn="1"/>
        </p:nvSpPr>
        <p:spPr>
          <a:xfrm rot="16200000">
            <a:off x="1167084" y="487780"/>
            <a:ext cx="946700" cy="2529311"/>
          </a:xfrm>
          <a:prstGeom prst="roundRect">
            <a:avLst>
              <a:gd name="adj" fmla="val 20923"/>
            </a:avLst>
          </a:prstGeom>
          <a:noFill/>
          <a:ln w="38100">
            <a:gradFill flip="none" rotWithShape="1">
              <a:gsLst>
                <a:gs pos="79000">
                  <a:schemeClr val="accent2"/>
                </a:gs>
                <a:gs pos="16000">
                  <a:schemeClr val="accent5"/>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25" name="Прямоугольник 24">
            <a:extLst>
              <a:ext uri="{FF2B5EF4-FFF2-40B4-BE49-F238E27FC236}">
                <a16:creationId xmlns:a16="http://schemas.microsoft.com/office/drawing/2014/main" id="{200100CC-91AF-4A1E-896B-97A5A3B5ADE7}"/>
              </a:ext>
            </a:extLst>
          </p:cNvPr>
          <p:cNvSpPr/>
          <p:nvPr userDrawn="1"/>
        </p:nvSpPr>
        <p:spPr>
          <a:xfrm>
            <a:off x="3154695" y="1317669"/>
            <a:ext cx="600164" cy="900246"/>
          </a:xfrm>
          <a:prstGeom prst="rect">
            <a:avLst/>
          </a:prstGeom>
          <a:noFill/>
        </p:spPr>
        <p:txBody>
          <a:bodyPr wrap="none" lIns="68580" tIns="34290" rIns="68580" bIns="34290">
            <a:spAutoFit/>
          </a:bodyPr>
          <a:lstStyle/>
          <a:p>
            <a:pPr algn="ctr" defTabSz="342900">
              <a:defRPr/>
            </a:pPr>
            <a:r>
              <a:rPr lang="ru-RU" sz="5400" b="1" dirty="0">
                <a:ln w="38100">
                  <a:solidFill>
                    <a:schemeClr val="accent5"/>
                  </a:solidFill>
                </a:ln>
                <a:noFill/>
                <a:latin typeface="Arial Black" panose="020B0604020202020204" pitchFamily="34" charset="0"/>
                <a:cs typeface="Arial Black" panose="020B0604020202020204" pitchFamily="34" charset="0"/>
              </a:rPr>
              <a:t>2</a:t>
            </a:r>
          </a:p>
        </p:txBody>
      </p:sp>
      <p:sp>
        <p:nvSpPr>
          <p:cNvPr id="26" name="Скругленный прямоугольник 38">
            <a:extLst>
              <a:ext uri="{FF2B5EF4-FFF2-40B4-BE49-F238E27FC236}">
                <a16:creationId xmlns:a16="http://schemas.microsoft.com/office/drawing/2014/main" id="{681FBF06-03AB-4824-A482-8ED8AD157F1D}"/>
              </a:ext>
            </a:extLst>
          </p:cNvPr>
          <p:cNvSpPr/>
          <p:nvPr userDrawn="1"/>
        </p:nvSpPr>
        <p:spPr>
          <a:xfrm rot="16200000">
            <a:off x="4032326" y="487772"/>
            <a:ext cx="946701" cy="2529313"/>
          </a:xfrm>
          <a:prstGeom prst="roundRect">
            <a:avLst>
              <a:gd name="adj" fmla="val 21662"/>
            </a:avLst>
          </a:prstGeom>
          <a:noFill/>
          <a:ln w="38100">
            <a:gradFill flip="none" rotWithShape="1">
              <a:gsLst>
                <a:gs pos="79000">
                  <a:schemeClr val="accent2"/>
                </a:gs>
                <a:gs pos="16000">
                  <a:schemeClr val="accent5"/>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27" name="Прямоугольник 26">
            <a:extLst>
              <a:ext uri="{FF2B5EF4-FFF2-40B4-BE49-F238E27FC236}">
                <a16:creationId xmlns:a16="http://schemas.microsoft.com/office/drawing/2014/main" id="{F1A662C2-C4B6-4869-92CC-2C7F61664BB2}"/>
              </a:ext>
            </a:extLst>
          </p:cNvPr>
          <p:cNvSpPr/>
          <p:nvPr userDrawn="1"/>
        </p:nvSpPr>
        <p:spPr>
          <a:xfrm>
            <a:off x="5997723" y="1317669"/>
            <a:ext cx="600164" cy="900246"/>
          </a:xfrm>
          <a:prstGeom prst="rect">
            <a:avLst/>
          </a:prstGeom>
          <a:noFill/>
        </p:spPr>
        <p:txBody>
          <a:bodyPr wrap="none" lIns="68580" tIns="34290" rIns="68580" bIns="34290">
            <a:spAutoFit/>
          </a:bodyPr>
          <a:lstStyle/>
          <a:p>
            <a:pPr algn="ctr" defTabSz="342900">
              <a:defRPr/>
            </a:pPr>
            <a:r>
              <a:rPr lang="ru-RU" sz="5400" b="1" dirty="0">
                <a:ln w="38100">
                  <a:solidFill>
                    <a:schemeClr val="accent5"/>
                  </a:solidFill>
                </a:ln>
                <a:noFill/>
                <a:latin typeface="Arial Black" panose="020B0604020202020204" pitchFamily="34" charset="0"/>
                <a:cs typeface="Arial Black" panose="020B0604020202020204" pitchFamily="34" charset="0"/>
              </a:rPr>
              <a:t>3</a:t>
            </a:r>
          </a:p>
        </p:txBody>
      </p:sp>
      <p:sp>
        <p:nvSpPr>
          <p:cNvPr id="28" name="Скругленный прямоугольник 38">
            <a:extLst>
              <a:ext uri="{FF2B5EF4-FFF2-40B4-BE49-F238E27FC236}">
                <a16:creationId xmlns:a16="http://schemas.microsoft.com/office/drawing/2014/main" id="{2E3C8C71-EB2F-4342-842F-A1D1B1BA6843}"/>
              </a:ext>
            </a:extLst>
          </p:cNvPr>
          <p:cNvSpPr/>
          <p:nvPr userDrawn="1"/>
        </p:nvSpPr>
        <p:spPr>
          <a:xfrm rot="16200000">
            <a:off x="6882603" y="487772"/>
            <a:ext cx="946700" cy="2529313"/>
          </a:xfrm>
          <a:prstGeom prst="roundRect">
            <a:avLst>
              <a:gd name="adj" fmla="val 20183"/>
            </a:avLst>
          </a:prstGeom>
          <a:noFill/>
          <a:ln w="38100">
            <a:gradFill flip="none" rotWithShape="1">
              <a:gsLst>
                <a:gs pos="79000">
                  <a:schemeClr val="accent2"/>
                </a:gs>
                <a:gs pos="16000">
                  <a:schemeClr val="accent5"/>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29" name="Половина рамки 28">
            <a:extLst>
              <a:ext uri="{FF2B5EF4-FFF2-40B4-BE49-F238E27FC236}">
                <a16:creationId xmlns:a16="http://schemas.microsoft.com/office/drawing/2014/main" id="{4C58A55F-68DD-4E87-BB24-DACF32AECCDE}"/>
              </a:ext>
            </a:extLst>
          </p:cNvPr>
          <p:cNvSpPr/>
          <p:nvPr userDrawn="1"/>
        </p:nvSpPr>
        <p:spPr>
          <a:xfrm rot="13500000">
            <a:off x="4389202" y="2279853"/>
            <a:ext cx="220054" cy="220054"/>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0" name="Половина рамки 29">
            <a:extLst>
              <a:ext uri="{FF2B5EF4-FFF2-40B4-BE49-F238E27FC236}">
                <a16:creationId xmlns:a16="http://schemas.microsoft.com/office/drawing/2014/main" id="{5A3A1021-4252-473C-8F35-B72BD021F1D1}"/>
              </a:ext>
            </a:extLst>
          </p:cNvPr>
          <p:cNvSpPr/>
          <p:nvPr userDrawn="1"/>
        </p:nvSpPr>
        <p:spPr>
          <a:xfrm rot="13500000">
            <a:off x="7239477" y="2279853"/>
            <a:ext cx="220054" cy="220054"/>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1" name="Половина рамки 30">
            <a:extLst>
              <a:ext uri="{FF2B5EF4-FFF2-40B4-BE49-F238E27FC236}">
                <a16:creationId xmlns:a16="http://schemas.microsoft.com/office/drawing/2014/main" id="{8785BCDD-B92B-445B-BD20-7501CD65D18C}"/>
              </a:ext>
            </a:extLst>
          </p:cNvPr>
          <p:cNvSpPr/>
          <p:nvPr userDrawn="1"/>
        </p:nvSpPr>
        <p:spPr>
          <a:xfrm rot="13500000">
            <a:off x="1523958" y="2279853"/>
            <a:ext cx="220054" cy="220054"/>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2" name="Скругленный прямоугольник 38">
            <a:extLst>
              <a:ext uri="{FF2B5EF4-FFF2-40B4-BE49-F238E27FC236}">
                <a16:creationId xmlns:a16="http://schemas.microsoft.com/office/drawing/2014/main" id="{67F5CF84-2FEE-4E51-906F-BA12FA67F64E}"/>
              </a:ext>
            </a:extLst>
          </p:cNvPr>
          <p:cNvSpPr/>
          <p:nvPr userDrawn="1"/>
        </p:nvSpPr>
        <p:spPr>
          <a:xfrm rot="16200000">
            <a:off x="4275607" y="-1196644"/>
            <a:ext cx="429474" cy="8247635"/>
          </a:xfrm>
          <a:prstGeom prst="roundRect">
            <a:avLst>
              <a:gd name="adj" fmla="val 48971"/>
            </a:avLst>
          </a:prstGeom>
          <a:noFill/>
          <a:ln w="38100">
            <a:gradFill flip="none" rotWithShape="1">
              <a:gsLst>
                <a:gs pos="79000">
                  <a:schemeClr val="accent2"/>
                </a:gs>
                <a:gs pos="16000">
                  <a:schemeClr val="accent5"/>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33" name="Текст 37">
            <a:extLst>
              <a:ext uri="{FF2B5EF4-FFF2-40B4-BE49-F238E27FC236}">
                <a16:creationId xmlns:a16="http://schemas.microsoft.com/office/drawing/2014/main" id="{4BB04F7C-3101-4DFA-A8A1-CFCECE24AD6F}"/>
              </a:ext>
            </a:extLst>
          </p:cNvPr>
          <p:cNvSpPr>
            <a:spLocks noGrp="1"/>
          </p:cNvSpPr>
          <p:nvPr>
            <p:ph type="body" sz="quarter" idx="32" hasCustomPrompt="1"/>
          </p:nvPr>
        </p:nvSpPr>
        <p:spPr>
          <a:xfrm>
            <a:off x="2734152" y="2795498"/>
            <a:ext cx="3470229" cy="253399"/>
          </a:xfrm>
          <a:prstGeom prst="rect">
            <a:avLst/>
          </a:prstGeom>
        </p:spPr>
        <p:txBody>
          <a:bodyPr anchor="ctr">
            <a:normAutofit/>
          </a:bodyPr>
          <a:lstStyle>
            <a:lvl1pPr marL="0" indent="0" algn="ctr">
              <a:buNone/>
              <a:defRPr sz="1400">
                <a:solidFill>
                  <a:schemeClr val="bg1"/>
                </a:solidFill>
                <a:latin typeface="Arial Black" panose="020B0A04020102020204" pitchFamily="34" charset="0"/>
              </a:defRPr>
            </a:lvl1pPr>
          </a:lstStyle>
          <a:p>
            <a:pPr lvl="0"/>
            <a:r>
              <a:rPr lang="ru-RU" dirty="0"/>
              <a:t>ДЛИННЫЙ ПОДЗАГОЛОВОК</a:t>
            </a:r>
          </a:p>
        </p:txBody>
      </p:sp>
    </p:spTree>
    <p:extLst>
      <p:ext uri="{BB962C8B-B14F-4D97-AF65-F5344CB8AC3E}">
        <p14:creationId xmlns:p14="http://schemas.microsoft.com/office/powerpoint/2010/main" val="13102977"/>
      </p:ext>
    </p:extLst>
  </p:cSld>
  <p:clrMapOvr>
    <a:masterClrMapping/>
  </p:clrMapOvr>
  <p:transition spd="slow">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Три скруглённые рамки.">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954840" y="1002402"/>
            <a:ext cx="1530758" cy="230821"/>
          </a:xfrm>
          <a:prstGeom prst="rect">
            <a:avLst/>
          </a:prstGeom>
        </p:spPr>
        <p:txBody>
          <a:bodyPr>
            <a:noAutofit/>
          </a:bodyPr>
          <a:lstStyle>
            <a:lvl1pPr marL="0" indent="0">
              <a:buNone/>
              <a:defRPr sz="1000">
                <a:solidFill>
                  <a:schemeClr val="bg1"/>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5543229" y="1002402"/>
            <a:ext cx="1530758" cy="230821"/>
          </a:xfrm>
          <a:prstGeom prst="rect">
            <a:avLst/>
          </a:prstGeom>
        </p:spPr>
        <p:txBody>
          <a:bodyPr>
            <a:noAutofit/>
          </a:bodyPr>
          <a:lstStyle>
            <a:lvl1pPr marL="0" indent="0">
              <a:buNone/>
              <a:defRPr sz="1000">
                <a:solidFill>
                  <a:schemeClr val="bg1"/>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5543229" y="1508375"/>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5543229" y="2665836"/>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5543229" y="3835102"/>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3" name="Текст 24">
            <a:extLst>
              <a:ext uri="{FF2B5EF4-FFF2-40B4-BE49-F238E27FC236}">
                <a16:creationId xmlns:a16="http://schemas.microsoft.com/office/drawing/2014/main" id="{0B602E1A-F69E-4A08-B334-3C0883A9F49E}"/>
              </a:ext>
            </a:extLst>
          </p:cNvPr>
          <p:cNvSpPr>
            <a:spLocks noGrp="1"/>
          </p:cNvSpPr>
          <p:nvPr>
            <p:ph type="body" sz="quarter" idx="35" hasCustomPrompt="1"/>
          </p:nvPr>
        </p:nvSpPr>
        <p:spPr>
          <a:xfrm>
            <a:off x="954840" y="1650390"/>
            <a:ext cx="2241550" cy="567363"/>
          </a:xfrm>
          <a:prstGeom prst="rect">
            <a:avLst/>
          </a:prstGeom>
        </p:spPr>
        <p:txBody>
          <a:bodyPr/>
          <a:lstStyle>
            <a:lvl1pPr marL="171450" indent="-171450">
              <a:lnSpc>
                <a:spcPct val="100000"/>
              </a:lnSpc>
              <a:buFont typeface="Arial" panose="020B0604020202020204" pitchFamily="34" charset="0"/>
              <a:buChar char="•"/>
              <a:defRPr sz="1200" b="1">
                <a:solidFill>
                  <a:schemeClr val="bg1"/>
                </a:solidFill>
              </a:defRPr>
            </a:lvl1pPr>
          </a:lstStyle>
          <a:p>
            <a:pPr lvl="0"/>
            <a:r>
              <a:rPr lang="ru-RU" dirty="0"/>
              <a:t>Вариант один</a:t>
            </a:r>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dirty="0"/>
          </a:p>
        </p:txBody>
      </p:sp>
      <p:sp>
        <p:nvSpPr>
          <p:cNvPr id="14" name="Прямоугольник с двумя скругленными соседними углами 25">
            <a:extLst>
              <a:ext uri="{FF2B5EF4-FFF2-40B4-BE49-F238E27FC236}">
                <a16:creationId xmlns:a16="http://schemas.microsoft.com/office/drawing/2014/main" id="{C2763FCF-E579-456F-9811-8C935326EF61}"/>
              </a:ext>
            </a:extLst>
          </p:cNvPr>
          <p:cNvSpPr/>
          <p:nvPr userDrawn="1"/>
        </p:nvSpPr>
        <p:spPr>
          <a:xfrm rot="5400000">
            <a:off x="3698977" y="-2542270"/>
            <a:ext cx="992579" cy="8669935"/>
          </a:xfrm>
          <a:prstGeom prst="round2SameRect">
            <a:avLst>
              <a:gd name="adj1" fmla="val 49433"/>
              <a:gd name="adj2" fmla="val 0"/>
            </a:avLst>
          </a:prstGeom>
          <a:noFill/>
          <a:ln w="38100">
            <a:gradFill>
              <a:gsLst>
                <a:gs pos="0">
                  <a:schemeClr val="accent5"/>
                </a:gs>
                <a:gs pos="100000">
                  <a:schemeClr val="accent2"/>
                </a:gs>
              </a:gsLst>
              <a:lin ang="13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dirty="0">
              <a:solidFill>
                <a:srgbClr val="FFFFFF"/>
              </a:solidFill>
              <a:latin typeface="Calibri" panose="020F0502020204030204"/>
            </a:endParaRPr>
          </a:p>
        </p:txBody>
      </p:sp>
      <p:sp>
        <p:nvSpPr>
          <p:cNvPr id="15" name="Прямоугольник с двумя скругленными соседними углами 25">
            <a:extLst>
              <a:ext uri="{FF2B5EF4-FFF2-40B4-BE49-F238E27FC236}">
                <a16:creationId xmlns:a16="http://schemas.microsoft.com/office/drawing/2014/main" id="{BCA48363-0F76-431B-8FA6-8A6FACB09107}"/>
              </a:ext>
            </a:extLst>
          </p:cNvPr>
          <p:cNvSpPr/>
          <p:nvPr userDrawn="1"/>
        </p:nvSpPr>
        <p:spPr>
          <a:xfrm rot="5400000">
            <a:off x="3698976" y="-1384810"/>
            <a:ext cx="992579" cy="8669937"/>
          </a:xfrm>
          <a:prstGeom prst="round2SameRect">
            <a:avLst>
              <a:gd name="adj1" fmla="val 49433"/>
              <a:gd name="adj2" fmla="val 0"/>
            </a:avLst>
          </a:prstGeom>
          <a:noFill/>
          <a:ln w="38100">
            <a:gradFill>
              <a:gsLst>
                <a:gs pos="0">
                  <a:schemeClr val="accent5"/>
                </a:gs>
                <a:gs pos="100000">
                  <a:schemeClr val="accent2"/>
                </a:gs>
              </a:gsLst>
              <a:lin ang="13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a:solidFill>
                <a:srgbClr val="FFFFFF"/>
              </a:solidFill>
              <a:latin typeface="Calibri" panose="020F0502020204030204"/>
            </a:endParaRPr>
          </a:p>
        </p:txBody>
      </p:sp>
      <p:sp>
        <p:nvSpPr>
          <p:cNvPr id="16" name="Прямоугольник с двумя скругленными соседними углами 25">
            <a:extLst>
              <a:ext uri="{FF2B5EF4-FFF2-40B4-BE49-F238E27FC236}">
                <a16:creationId xmlns:a16="http://schemas.microsoft.com/office/drawing/2014/main" id="{E8D0B866-1D5C-46FA-82F1-CAF68BE022D1}"/>
              </a:ext>
            </a:extLst>
          </p:cNvPr>
          <p:cNvSpPr/>
          <p:nvPr userDrawn="1"/>
        </p:nvSpPr>
        <p:spPr>
          <a:xfrm rot="5400000">
            <a:off x="3698976" y="-215546"/>
            <a:ext cx="992579" cy="8669940"/>
          </a:xfrm>
          <a:prstGeom prst="round2SameRect">
            <a:avLst>
              <a:gd name="adj1" fmla="val 49433"/>
              <a:gd name="adj2" fmla="val 0"/>
            </a:avLst>
          </a:prstGeom>
          <a:noFill/>
          <a:ln w="38100">
            <a:gradFill>
              <a:gsLst>
                <a:gs pos="0">
                  <a:schemeClr val="accent5"/>
                </a:gs>
                <a:gs pos="100000">
                  <a:schemeClr val="accent2"/>
                </a:gs>
              </a:gsLst>
              <a:lin ang="13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a:solidFill>
                <a:srgbClr val="FFFFFF"/>
              </a:solidFill>
              <a:latin typeface="Calibri" panose="020F0502020204030204"/>
            </a:endParaRPr>
          </a:p>
        </p:txBody>
      </p:sp>
      <p:sp>
        <p:nvSpPr>
          <p:cNvPr id="17" name="Текст 37">
            <a:extLst>
              <a:ext uri="{FF2B5EF4-FFF2-40B4-BE49-F238E27FC236}">
                <a16:creationId xmlns:a16="http://schemas.microsoft.com/office/drawing/2014/main" id="{42E02610-22C1-4DFC-BDA0-825CD0438F0A}"/>
              </a:ext>
            </a:extLst>
          </p:cNvPr>
          <p:cNvSpPr>
            <a:spLocks noGrp="1"/>
          </p:cNvSpPr>
          <p:nvPr>
            <p:ph type="body" sz="quarter" idx="48" hasCustomPrompt="1"/>
          </p:nvPr>
        </p:nvSpPr>
        <p:spPr>
          <a:xfrm>
            <a:off x="3429886" y="1002402"/>
            <a:ext cx="1530758" cy="230821"/>
          </a:xfrm>
          <a:prstGeom prst="rect">
            <a:avLst/>
          </a:prstGeom>
        </p:spPr>
        <p:txBody>
          <a:bodyPr>
            <a:noAutofit/>
          </a:bodyPr>
          <a:lstStyle>
            <a:lvl1pPr marL="0" indent="0" algn="ctr">
              <a:buNone/>
              <a:defRPr sz="1000">
                <a:solidFill>
                  <a:schemeClr val="bg1"/>
                </a:solidFill>
                <a:latin typeface="Arial Black" panose="020B0A04020102020204" pitchFamily="34" charset="0"/>
              </a:defRPr>
            </a:lvl1pPr>
          </a:lstStyle>
          <a:p>
            <a:pPr lvl="0"/>
            <a:r>
              <a:rPr lang="ru-RU" dirty="0"/>
              <a:t>ЗАГОЛОВОК</a:t>
            </a:r>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954840" y="1374943"/>
            <a:ext cx="2241549" cy="230821"/>
          </a:xfrm>
          <a:prstGeom prst="rect">
            <a:avLst/>
          </a:prstGeom>
        </p:spPr>
        <p:txBody>
          <a:bodyPr>
            <a:noAutofit/>
          </a:bodyPr>
          <a:lstStyle>
            <a:lvl1pPr marL="0" indent="0">
              <a:buNone/>
              <a:defRPr sz="1400">
                <a:solidFill>
                  <a:schemeClr val="accent5"/>
                </a:solidFill>
                <a:latin typeface="Arial Black" panose="020B0A04020102020204" pitchFamily="34" charset="0"/>
              </a:defRPr>
            </a:lvl1pPr>
          </a:lstStyle>
          <a:p>
            <a:pPr lvl="0"/>
            <a:r>
              <a:rPr lang="ru-RU" dirty="0"/>
              <a:t>КОНЦЕПЦИЯ</a:t>
            </a:r>
          </a:p>
        </p:txBody>
      </p:sp>
      <p:sp>
        <p:nvSpPr>
          <p:cNvPr id="19" name="Текст 24">
            <a:extLst>
              <a:ext uri="{FF2B5EF4-FFF2-40B4-BE49-F238E27FC236}">
                <a16:creationId xmlns:a16="http://schemas.microsoft.com/office/drawing/2014/main" id="{6835E154-1490-4FF8-849A-D8F788B2C60D}"/>
              </a:ext>
            </a:extLst>
          </p:cNvPr>
          <p:cNvSpPr>
            <a:spLocks noGrp="1"/>
          </p:cNvSpPr>
          <p:nvPr>
            <p:ph type="body" sz="quarter" idx="50" hasCustomPrompt="1"/>
          </p:nvPr>
        </p:nvSpPr>
        <p:spPr>
          <a:xfrm>
            <a:off x="954840" y="2821578"/>
            <a:ext cx="2241550" cy="567363"/>
          </a:xfrm>
          <a:prstGeom prst="rect">
            <a:avLst/>
          </a:prstGeom>
        </p:spPr>
        <p:txBody>
          <a:bodyPr/>
          <a:lstStyle>
            <a:lvl1pPr marL="171450" indent="-171450">
              <a:lnSpc>
                <a:spcPct val="100000"/>
              </a:lnSpc>
              <a:buFont typeface="Arial" panose="020B0604020202020204" pitchFamily="34" charset="0"/>
              <a:buChar char="•"/>
              <a:defRPr sz="1200" b="1">
                <a:solidFill>
                  <a:schemeClr val="bg1"/>
                </a:solidFill>
              </a:defRPr>
            </a:lvl1pPr>
          </a:lstStyle>
          <a:p>
            <a:pPr lvl="0"/>
            <a:r>
              <a:rPr lang="ru-RU" dirty="0"/>
              <a:t>Вариант один</a:t>
            </a:r>
          </a:p>
        </p:txBody>
      </p:sp>
      <p:sp>
        <p:nvSpPr>
          <p:cNvPr id="20" name="Текст 37">
            <a:extLst>
              <a:ext uri="{FF2B5EF4-FFF2-40B4-BE49-F238E27FC236}">
                <a16:creationId xmlns:a16="http://schemas.microsoft.com/office/drawing/2014/main" id="{B4465A05-A074-4EC7-A2D6-A84D8C75FE0D}"/>
              </a:ext>
            </a:extLst>
          </p:cNvPr>
          <p:cNvSpPr>
            <a:spLocks noGrp="1"/>
          </p:cNvSpPr>
          <p:nvPr>
            <p:ph type="body" sz="quarter" idx="51" hasCustomPrompt="1"/>
          </p:nvPr>
        </p:nvSpPr>
        <p:spPr>
          <a:xfrm>
            <a:off x="954840" y="2546131"/>
            <a:ext cx="2241549" cy="230821"/>
          </a:xfrm>
          <a:prstGeom prst="rect">
            <a:avLst/>
          </a:prstGeom>
        </p:spPr>
        <p:txBody>
          <a:bodyPr>
            <a:noAutofit/>
          </a:bodyPr>
          <a:lstStyle>
            <a:lvl1pPr marL="0" indent="0">
              <a:buNone/>
              <a:defRPr sz="1400">
                <a:solidFill>
                  <a:schemeClr val="accent5"/>
                </a:solidFill>
                <a:latin typeface="Arial Black" panose="020B0A04020102020204" pitchFamily="34" charset="0"/>
              </a:defRPr>
            </a:lvl1pPr>
          </a:lstStyle>
          <a:p>
            <a:pPr lvl="0"/>
            <a:r>
              <a:rPr lang="ru-RU" dirty="0"/>
              <a:t>КОНЦЕПЦИЯ</a:t>
            </a:r>
          </a:p>
        </p:txBody>
      </p:sp>
      <p:sp>
        <p:nvSpPr>
          <p:cNvPr id="21" name="Текст 24">
            <a:extLst>
              <a:ext uri="{FF2B5EF4-FFF2-40B4-BE49-F238E27FC236}">
                <a16:creationId xmlns:a16="http://schemas.microsoft.com/office/drawing/2014/main" id="{E0096077-C79A-4DA6-956E-FBA61C3E7E79}"/>
              </a:ext>
            </a:extLst>
          </p:cNvPr>
          <p:cNvSpPr>
            <a:spLocks noGrp="1"/>
          </p:cNvSpPr>
          <p:nvPr>
            <p:ph type="body" sz="quarter" idx="52" hasCustomPrompt="1"/>
          </p:nvPr>
        </p:nvSpPr>
        <p:spPr>
          <a:xfrm>
            <a:off x="954840" y="3990061"/>
            <a:ext cx="2241550" cy="567363"/>
          </a:xfrm>
          <a:prstGeom prst="rect">
            <a:avLst/>
          </a:prstGeom>
        </p:spPr>
        <p:txBody>
          <a:bodyPr/>
          <a:lstStyle>
            <a:lvl1pPr marL="171450" indent="-171450">
              <a:lnSpc>
                <a:spcPct val="100000"/>
              </a:lnSpc>
              <a:buFont typeface="Arial" panose="020B0604020202020204" pitchFamily="34" charset="0"/>
              <a:buChar char="•"/>
              <a:defRPr sz="1200" b="1">
                <a:solidFill>
                  <a:schemeClr val="bg1"/>
                </a:solidFill>
              </a:defRPr>
            </a:lvl1pPr>
          </a:lstStyle>
          <a:p>
            <a:pPr lvl="0"/>
            <a:r>
              <a:rPr lang="ru-RU" dirty="0"/>
              <a:t>Вариант один</a:t>
            </a:r>
          </a:p>
        </p:txBody>
      </p:sp>
      <p:sp>
        <p:nvSpPr>
          <p:cNvPr id="22" name="Текст 37">
            <a:extLst>
              <a:ext uri="{FF2B5EF4-FFF2-40B4-BE49-F238E27FC236}">
                <a16:creationId xmlns:a16="http://schemas.microsoft.com/office/drawing/2014/main" id="{BEC127C5-62C1-4D24-8196-6F17B7ABB645}"/>
              </a:ext>
            </a:extLst>
          </p:cNvPr>
          <p:cNvSpPr>
            <a:spLocks noGrp="1"/>
          </p:cNvSpPr>
          <p:nvPr>
            <p:ph type="body" sz="quarter" idx="53" hasCustomPrompt="1"/>
          </p:nvPr>
        </p:nvSpPr>
        <p:spPr>
          <a:xfrm>
            <a:off x="954840" y="3714614"/>
            <a:ext cx="2241549" cy="230821"/>
          </a:xfrm>
          <a:prstGeom prst="rect">
            <a:avLst/>
          </a:prstGeom>
        </p:spPr>
        <p:txBody>
          <a:bodyPr>
            <a:noAutofit/>
          </a:bodyPr>
          <a:lstStyle>
            <a:lvl1pPr marL="0" indent="0">
              <a:buNone/>
              <a:defRPr sz="1400">
                <a:solidFill>
                  <a:schemeClr val="accent5"/>
                </a:solidFill>
                <a:latin typeface="Arial Black" panose="020B0A04020102020204" pitchFamily="34" charset="0"/>
              </a:defRPr>
            </a:lvl1pPr>
          </a:lstStyle>
          <a:p>
            <a:pPr lvl="0"/>
            <a:r>
              <a:rPr lang="ru-RU" dirty="0"/>
              <a:t>КОНЦЕПЦИЯ</a:t>
            </a:r>
          </a:p>
        </p:txBody>
      </p:sp>
      <p:sp>
        <p:nvSpPr>
          <p:cNvPr id="23" name="Текст 37">
            <a:extLst>
              <a:ext uri="{FF2B5EF4-FFF2-40B4-BE49-F238E27FC236}">
                <a16:creationId xmlns:a16="http://schemas.microsoft.com/office/drawing/2014/main" id="{8585F36D-7BF4-4C0D-A108-BB399A4E2EF6}"/>
              </a:ext>
            </a:extLst>
          </p:cNvPr>
          <p:cNvSpPr>
            <a:spLocks noGrp="1"/>
          </p:cNvSpPr>
          <p:nvPr>
            <p:ph type="body" sz="quarter" idx="54" hasCustomPrompt="1"/>
          </p:nvPr>
        </p:nvSpPr>
        <p:spPr>
          <a:xfrm>
            <a:off x="3737897" y="1388362"/>
            <a:ext cx="914735" cy="270574"/>
          </a:xfrm>
          <a:prstGeom prst="rect">
            <a:avLst/>
          </a:prstGeom>
        </p:spPr>
        <p:txBody>
          <a:bodyPr anchor="ctr">
            <a:noAutofit/>
          </a:bodyPr>
          <a:lstStyle>
            <a:lvl1pPr marL="0" indent="0" algn="ctr">
              <a:buNone/>
              <a:defRPr sz="2400">
                <a:solidFill>
                  <a:schemeClr val="accent2"/>
                </a:solidFill>
                <a:latin typeface="Arial Black" panose="020B0A04020102020204" pitchFamily="34" charset="0"/>
              </a:defRPr>
            </a:lvl1pPr>
          </a:lstStyle>
          <a:p>
            <a:pPr lvl="0"/>
            <a:r>
              <a:rPr lang="ru-RU" dirty="0"/>
              <a:t>9</a:t>
            </a:r>
          </a:p>
        </p:txBody>
      </p:sp>
      <p:sp>
        <p:nvSpPr>
          <p:cNvPr id="24" name="Текст 24">
            <a:extLst>
              <a:ext uri="{FF2B5EF4-FFF2-40B4-BE49-F238E27FC236}">
                <a16:creationId xmlns:a16="http://schemas.microsoft.com/office/drawing/2014/main" id="{89F8C48F-7DEA-4EE8-9080-3113B7D2BDD1}"/>
              </a:ext>
            </a:extLst>
          </p:cNvPr>
          <p:cNvSpPr>
            <a:spLocks noGrp="1"/>
          </p:cNvSpPr>
          <p:nvPr>
            <p:ph type="body" sz="quarter" idx="55" hasCustomPrompt="1"/>
          </p:nvPr>
        </p:nvSpPr>
        <p:spPr>
          <a:xfrm>
            <a:off x="3975940" y="1705966"/>
            <a:ext cx="438648" cy="494696"/>
          </a:xfrm>
          <a:prstGeom prst="rect">
            <a:avLst/>
          </a:prstGeom>
        </p:spPr>
        <p:txBody>
          <a:bodyPr/>
          <a:lstStyle>
            <a:lvl1pPr marL="0" indent="0" algn="ctr">
              <a:lnSpc>
                <a:spcPct val="100000"/>
              </a:lnSpc>
              <a:buFont typeface="Arial" panose="020B0604020202020204" pitchFamily="34" charset="0"/>
              <a:buNone/>
              <a:defRPr sz="1200" b="1">
                <a:solidFill>
                  <a:schemeClr val="bg1"/>
                </a:solidFill>
              </a:defRPr>
            </a:lvl1pPr>
          </a:lstStyle>
          <a:p>
            <a:pPr lvl="0"/>
            <a:r>
              <a:rPr lang="ru-RU" dirty="0"/>
              <a:t>9</a:t>
            </a:r>
            <a:br>
              <a:rPr lang="ru-RU" dirty="0"/>
            </a:br>
            <a:r>
              <a:rPr lang="ru-RU" dirty="0"/>
              <a:t>6</a:t>
            </a:r>
          </a:p>
        </p:txBody>
      </p:sp>
      <p:sp>
        <p:nvSpPr>
          <p:cNvPr id="25" name="Текст 37">
            <a:extLst>
              <a:ext uri="{FF2B5EF4-FFF2-40B4-BE49-F238E27FC236}">
                <a16:creationId xmlns:a16="http://schemas.microsoft.com/office/drawing/2014/main" id="{F530FF7E-6E79-44E1-AEB8-AE8697A55DCF}"/>
              </a:ext>
            </a:extLst>
          </p:cNvPr>
          <p:cNvSpPr>
            <a:spLocks noGrp="1"/>
          </p:cNvSpPr>
          <p:nvPr>
            <p:ph type="body" sz="quarter" idx="56" hasCustomPrompt="1"/>
          </p:nvPr>
        </p:nvSpPr>
        <p:spPr>
          <a:xfrm>
            <a:off x="3737897" y="2554161"/>
            <a:ext cx="914735" cy="270574"/>
          </a:xfrm>
          <a:prstGeom prst="rect">
            <a:avLst/>
          </a:prstGeom>
        </p:spPr>
        <p:txBody>
          <a:bodyPr anchor="ctr">
            <a:noAutofit/>
          </a:bodyPr>
          <a:lstStyle>
            <a:lvl1pPr marL="0" indent="0" algn="ctr">
              <a:buNone/>
              <a:defRPr sz="2400">
                <a:solidFill>
                  <a:schemeClr val="accent2"/>
                </a:solidFill>
                <a:latin typeface="Arial Black" panose="020B0A04020102020204" pitchFamily="34" charset="0"/>
              </a:defRPr>
            </a:lvl1pPr>
          </a:lstStyle>
          <a:p>
            <a:pPr lvl="0"/>
            <a:r>
              <a:rPr lang="ru-RU" dirty="0"/>
              <a:t>9</a:t>
            </a:r>
          </a:p>
        </p:txBody>
      </p:sp>
      <p:sp>
        <p:nvSpPr>
          <p:cNvPr id="26" name="Текст 24">
            <a:extLst>
              <a:ext uri="{FF2B5EF4-FFF2-40B4-BE49-F238E27FC236}">
                <a16:creationId xmlns:a16="http://schemas.microsoft.com/office/drawing/2014/main" id="{CCDEA683-4B27-4465-A8E5-D399626672D4}"/>
              </a:ext>
            </a:extLst>
          </p:cNvPr>
          <p:cNvSpPr>
            <a:spLocks noGrp="1"/>
          </p:cNvSpPr>
          <p:nvPr>
            <p:ph type="body" sz="quarter" idx="57" hasCustomPrompt="1"/>
          </p:nvPr>
        </p:nvSpPr>
        <p:spPr>
          <a:xfrm>
            <a:off x="3975940" y="2871765"/>
            <a:ext cx="438648" cy="494696"/>
          </a:xfrm>
          <a:prstGeom prst="rect">
            <a:avLst/>
          </a:prstGeom>
        </p:spPr>
        <p:txBody>
          <a:bodyPr/>
          <a:lstStyle>
            <a:lvl1pPr marL="0" indent="0" algn="ctr">
              <a:lnSpc>
                <a:spcPct val="100000"/>
              </a:lnSpc>
              <a:buFont typeface="Arial" panose="020B0604020202020204" pitchFamily="34" charset="0"/>
              <a:buNone/>
              <a:defRPr sz="1200" b="1">
                <a:solidFill>
                  <a:schemeClr val="bg1"/>
                </a:solidFill>
              </a:defRPr>
            </a:lvl1pPr>
          </a:lstStyle>
          <a:p>
            <a:pPr lvl="0"/>
            <a:r>
              <a:rPr lang="ru-RU" dirty="0"/>
              <a:t>9</a:t>
            </a:r>
            <a:br>
              <a:rPr lang="ru-RU" dirty="0"/>
            </a:br>
            <a:r>
              <a:rPr lang="ru-RU" dirty="0"/>
              <a:t>6</a:t>
            </a:r>
          </a:p>
        </p:txBody>
      </p:sp>
      <p:sp>
        <p:nvSpPr>
          <p:cNvPr id="27" name="Текст 37">
            <a:extLst>
              <a:ext uri="{FF2B5EF4-FFF2-40B4-BE49-F238E27FC236}">
                <a16:creationId xmlns:a16="http://schemas.microsoft.com/office/drawing/2014/main" id="{069B403E-D87B-4F8A-B528-7310057C3522}"/>
              </a:ext>
            </a:extLst>
          </p:cNvPr>
          <p:cNvSpPr>
            <a:spLocks noGrp="1"/>
          </p:cNvSpPr>
          <p:nvPr>
            <p:ph type="body" sz="quarter" idx="58" hasCustomPrompt="1"/>
          </p:nvPr>
        </p:nvSpPr>
        <p:spPr>
          <a:xfrm>
            <a:off x="3737897" y="3714614"/>
            <a:ext cx="914735" cy="270574"/>
          </a:xfrm>
          <a:prstGeom prst="rect">
            <a:avLst/>
          </a:prstGeom>
        </p:spPr>
        <p:txBody>
          <a:bodyPr anchor="ctr">
            <a:noAutofit/>
          </a:bodyPr>
          <a:lstStyle>
            <a:lvl1pPr marL="0" indent="0" algn="ctr">
              <a:buNone/>
              <a:defRPr sz="2400">
                <a:solidFill>
                  <a:schemeClr val="accent2"/>
                </a:solidFill>
                <a:latin typeface="Arial Black" panose="020B0A04020102020204" pitchFamily="34" charset="0"/>
              </a:defRPr>
            </a:lvl1pPr>
          </a:lstStyle>
          <a:p>
            <a:pPr lvl="0"/>
            <a:r>
              <a:rPr lang="ru-RU" dirty="0"/>
              <a:t>9</a:t>
            </a:r>
          </a:p>
        </p:txBody>
      </p:sp>
      <p:sp>
        <p:nvSpPr>
          <p:cNvPr id="28" name="Текст 24">
            <a:extLst>
              <a:ext uri="{FF2B5EF4-FFF2-40B4-BE49-F238E27FC236}">
                <a16:creationId xmlns:a16="http://schemas.microsoft.com/office/drawing/2014/main" id="{5112D183-689E-4E3F-98C7-3FC8EF927C86}"/>
              </a:ext>
            </a:extLst>
          </p:cNvPr>
          <p:cNvSpPr>
            <a:spLocks noGrp="1"/>
          </p:cNvSpPr>
          <p:nvPr>
            <p:ph type="body" sz="quarter" idx="59" hasCustomPrompt="1"/>
          </p:nvPr>
        </p:nvSpPr>
        <p:spPr>
          <a:xfrm>
            <a:off x="3975940" y="4032218"/>
            <a:ext cx="438648" cy="494696"/>
          </a:xfrm>
          <a:prstGeom prst="rect">
            <a:avLst/>
          </a:prstGeom>
        </p:spPr>
        <p:txBody>
          <a:bodyPr/>
          <a:lstStyle>
            <a:lvl1pPr marL="0" indent="0" algn="ctr">
              <a:lnSpc>
                <a:spcPct val="100000"/>
              </a:lnSpc>
              <a:buFont typeface="Arial" panose="020B0604020202020204" pitchFamily="34" charset="0"/>
              <a:buNone/>
              <a:defRPr sz="1200" b="1">
                <a:solidFill>
                  <a:schemeClr val="bg1"/>
                </a:solidFill>
              </a:defRPr>
            </a:lvl1pPr>
          </a:lstStyle>
          <a:p>
            <a:pPr lvl="0"/>
            <a:r>
              <a:rPr lang="ru-RU" dirty="0"/>
              <a:t>9</a:t>
            </a:r>
            <a:br>
              <a:rPr lang="ru-RU" dirty="0"/>
            </a:br>
            <a:r>
              <a:rPr lang="ru-RU" dirty="0"/>
              <a:t>6</a:t>
            </a:r>
          </a:p>
        </p:txBody>
      </p:sp>
    </p:spTree>
    <p:extLst>
      <p:ext uri="{BB962C8B-B14F-4D97-AF65-F5344CB8AC3E}">
        <p14:creationId xmlns:p14="http://schemas.microsoft.com/office/powerpoint/2010/main" val="4035523859"/>
      </p:ext>
    </p:extLst>
  </p:cSld>
  <p:clrMapOvr>
    <a:masterClrMapping/>
  </p:clrMapOvr>
  <p:transition spd="slow">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Четыре скруглённые рамки и вывод.">
    <p:bg>
      <p:bgPr>
        <a:gradFill flip="none" rotWithShape="1">
          <a:gsLst>
            <a:gs pos="52000">
              <a:schemeClr val="bg2"/>
            </a:gs>
            <a:gs pos="0">
              <a:schemeClr val="accent5">
                <a:lumMod val="40000"/>
              </a:schemeClr>
            </a:gs>
          </a:gsLst>
          <a:lin ang="16200000" scaled="1"/>
          <a:tileRect/>
        </a:gradFill>
        <a:effectLst/>
      </p:bgPr>
    </p:bg>
    <p:spTree>
      <p:nvGrpSpPr>
        <p:cNvPr id="1" name=""/>
        <p:cNvGrpSpPr/>
        <p:nvPr/>
      </p:nvGrpSpPr>
      <p:grpSpPr>
        <a:xfrm>
          <a:off x="0" y="0"/>
          <a:ext cx="0" cy="0"/>
          <a:chOff x="0" y="0"/>
          <a:chExt cx="0" cy="0"/>
        </a:xfrm>
      </p:grpSpPr>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572000" y="1149296"/>
            <a:ext cx="2469735" cy="660388"/>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dirty="0"/>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624928" y="1241039"/>
            <a:ext cx="2473084" cy="568645"/>
          </a:xfrm>
          <a:prstGeom prst="rect">
            <a:avLst/>
          </a:prstGeom>
        </p:spPr>
        <p:txBody>
          <a:bodyPr anchor="ctr">
            <a:noAutofit/>
          </a:bodyPr>
          <a:lstStyle>
            <a:lvl1pPr marL="0" indent="0">
              <a:spcBef>
                <a:spcPts val="0"/>
              </a:spcBef>
              <a:buNone/>
              <a:defRPr sz="1800">
                <a:solidFill>
                  <a:schemeClr val="bg1"/>
                </a:solidFill>
                <a:latin typeface="Arial Black" panose="020B0A04020102020204" pitchFamily="34" charset="0"/>
              </a:defRPr>
            </a:lvl1pPr>
          </a:lstStyle>
          <a:p>
            <a:pPr lvl="0"/>
            <a:r>
              <a:rPr lang="ru-RU" dirty="0"/>
              <a:t>ПОДЗАГОЛОВОК ОДИН</a:t>
            </a:r>
          </a:p>
        </p:txBody>
      </p:sp>
      <p:sp>
        <p:nvSpPr>
          <p:cNvPr id="29" name="Прямоугольник с двумя скругленными соседними углами 22">
            <a:extLst>
              <a:ext uri="{FF2B5EF4-FFF2-40B4-BE49-F238E27FC236}">
                <a16:creationId xmlns:a16="http://schemas.microsoft.com/office/drawing/2014/main" id="{48EA7AD6-1DE1-4BDA-BC1B-50A02015BAF5}"/>
              </a:ext>
            </a:extLst>
          </p:cNvPr>
          <p:cNvSpPr/>
          <p:nvPr userDrawn="1"/>
        </p:nvSpPr>
        <p:spPr>
          <a:xfrm rot="5400000">
            <a:off x="1165150" y="-586620"/>
            <a:ext cx="993773" cy="4229126"/>
          </a:xfrm>
          <a:prstGeom prst="round2SameRect">
            <a:avLst>
              <a:gd name="adj1" fmla="val 50000"/>
              <a:gd name="adj2" fmla="val 0"/>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30" name="Прямоугольник с двумя скругленными соседними углами 22">
            <a:extLst>
              <a:ext uri="{FF2B5EF4-FFF2-40B4-BE49-F238E27FC236}">
                <a16:creationId xmlns:a16="http://schemas.microsoft.com/office/drawing/2014/main" id="{14DF8120-C13C-448E-825A-3CCD584D6234}"/>
              </a:ext>
            </a:extLst>
          </p:cNvPr>
          <p:cNvSpPr/>
          <p:nvPr userDrawn="1"/>
        </p:nvSpPr>
        <p:spPr>
          <a:xfrm rot="5400000">
            <a:off x="1165151" y="568957"/>
            <a:ext cx="993772" cy="4229126"/>
          </a:xfrm>
          <a:prstGeom prst="round2SameRect">
            <a:avLst>
              <a:gd name="adj1" fmla="val 50000"/>
              <a:gd name="adj2" fmla="val 0"/>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32" name="Текст 37">
            <a:extLst>
              <a:ext uri="{FF2B5EF4-FFF2-40B4-BE49-F238E27FC236}">
                <a16:creationId xmlns:a16="http://schemas.microsoft.com/office/drawing/2014/main" id="{B3D098A4-B995-49FB-ACC7-E91AD3BED909}"/>
              </a:ext>
            </a:extLst>
          </p:cNvPr>
          <p:cNvSpPr>
            <a:spLocks noGrp="1"/>
          </p:cNvSpPr>
          <p:nvPr>
            <p:ph type="body" sz="quarter" idx="51" hasCustomPrompt="1"/>
          </p:nvPr>
        </p:nvSpPr>
        <p:spPr>
          <a:xfrm>
            <a:off x="624928" y="2401781"/>
            <a:ext cx="2473084" cy="568645"/>
          </a:xfrm>
          <a:prstGeom prst="rect">
            <a:avLst/>
          </a:prstGeom>
        </p:spPr>
        <p:txBody>
          <a:bodyPr anchor="ctr">
            <a:noAutofit/>
          </a:bodyPr>
          <a:lstStyle>
            <a:lvl1pPr marL="0" indent="0">
              <a:spcBef>
                <a:spcPts val="0"/>
              </a:spcBef>
              <a:buNone/>
              <a:defRPr sz="1800">
                <a:solidFill>
                  <a:schemeClr val="bg1"/>
                </a:solidFill>
                <a:latin typeface="Arial Black" panose="020B0A04020102020204" pitchFamily="34" charset="0"/>
              </a:defRPr>
            </a:lvl1pPr>
          </a:lstStyle>
          <a:p>
            <a:pPr lvl="0"/>
            <a:r>
              <a:rPr lang="ru-RU" dirty="0"/>
              <a:t>ПОДЗАГОЛОВОК ДВА</a:t>
            </a:r>
          </a:p>
        </p:txBody>
      </p:sp>
      <p:sp>
        <p:nvSpPr>
          <p:cNvPr id="11" name="Прямоугольник с двумя скругленными соседними углами 22">
            <a:extLst>
              <a:ext uri="{FF2B5EF4-FFF2-40B4-BE49-F238E27FC236}">
                <a16:creationId xmlns:a16="http://schemas.microsoft.com/office/drawing/2014/main" id="{3E59FE7F-6885-4A79-A81F-15219615581B}"/>
              </a:ext>
            </a:extLst>
          </p:cNvPr>
          <p:cNvSpPr/>
          <p:nvPr userDrawn="1"/>
        </p:nvSpPr>
        <p:spPr>
          <a:xfrm rot="5400000">
            <a:off x="1331176" y="1643968"/>
            <a:ext cx="661722" cy="4229126"/>
          </a:xfrm>
          <a:prstGeom prst="round2SameRect">
            <a:avLst>
              <a:gd name="adj1" fmla="val 50000"/>
              <a:gd name="adj2" fmla="val 0"/>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12" name="Прямоугольник с двумя скругленными соседними углами 22">
            <a:extLst>
              <a:ext uri="{FF2B5EF4-FFF2-40B4-BE49-F238E27FC236}">
                <a16:creationId xmlns:a16="http://schemas.microsoft.com/office/drawing/2014/main" id="{B5367EB9-11A5-44CE-90DE-C3DDD844CD4A}"/>
              </a:ext>
            </a:extLst>
          </p:cNvPr>
          <p:cNvSpPr/>
          <p:nvPr userDrawn="1"/>
        </p:nvSpPr>
        <p:spPr>
          <a:xfrm rot="5400000">
            <a:off x="1331176" y="2476040"/>
            <a:ext cx="661722" cy="4229126"/>
          </a:xfrm>
          <a:prstGeom prst="round2SameRect">
            <a:avLst>
              <a:gd name="adj1" fmla="val 50000"/>
              <a:gd name="adj2" fmla="val 0"/>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13" name="Половина рамки 12">
            <a:extLst>
              <a:ext uri="{FF2B5EF4-FFF2-40B4-BE49-F238E27FC236}">
                <a16:creationId xmlns:a16="http://schemas.microsoft.com/office/drawing/2014/main" id="{0C391441-01DC-4AF4-BC1A-2211DD3822A6}"/>
              </a:ext>
            </a:extLst>
          </p:cNvPr>
          <p:cNvSpPr/>
          <p:nvPr userDrawn="1"/>
        </p:nvSpPr>
        <p:spPr>
          <a:xfrm rot="8100000">
            <a:off x="3057748" y="1353761"/>
            <a:ext cx="314434" cy="314434"/>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4" name="Половина рамки 13">
            <a:extLst>
              <a:ext uri="{FF2B5EF4-FFF2-40B4-BE49-F238E27FC236}">
                <a16:creationId xmlns:a16="http://schemas.microsoft.com/office/drawing/2014/main" id="{0EA09B9F-0582-4092-81BD-A5C62D577BA0}"/>
              </a:ext>
            </a:extLst>
          </p:cNvPr>
          <p:cNvSpPr/>
          <p:nvPr userDrawn="1"/>
        </p:nvSpPr>
        <p:spPr>
          <a:xfrm rot="8100000">
            <a:off x="3057748" y="2508906"/>
            <a:ext cx="314434" cy="314434"/>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5" name="Половина рамки 14">
            <a:extLst>
              <a:ext uri="{FF2B5EF4-FFF2-40B4-BE49-F238E27FC236}">
                <a16:creationId xmlns:a16="http://schemas.microsoft.com/office/drawing/2014/main" id="{BB5768BF-73AA-4BCE-9631-2116056F3306}"/>
              </a:ext>
            </a:extLst>
          </p:cNvPr>
          <p:cNvSpPr/>
          <p:nvPr userDrawn="1"/>
        </p:nvSpPr>
        <p:spPr>
          <a:xfrm rot="8100000">
            <a:off x="3046545" y="3628361"/>
            <a:ext cx="260340" cy="260340"/>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6" name="Половина рамки 15">
            <a:extLst>
              <a:ext uri="{FF2B5EF4-FFF2-40B4-BE49-F238E27FC236}">
                <a16:creationId xmlns:a16="http://schemas.microsoft.com/office/drawing/2014/main" id="{445E8627-0DE2-4D8D-8504-4092FAFB50EA}"/>
              </a:ext>
            </a:extLst>
          </p:cNvPr>
          <p:cNvSpPr/>
          <p:nvPr userDrawn="1"/>
        </p:nvSpPr>
        <p:spPr>
          <a:xfrm rot="8100000">
            <a:off x="3046545" y="4460434"/>
            <a:ext cx="260340" cy="260340"/>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7" name="Текст 5">
            <a:extLst>
              <a:ext uri="{FF2B5EF4-FFF2-40B4-BE49-F238E27FC236}">
                <a16:creationId xmlns:a16="http://schemas.microsoft.com/office/drawing/2014/main" id="{F15D49BE-0EAA-46E4-97C1-0AACAC39BEE3}"/>
              </a:ext>
            </a:extLst>
          </p:cNvPr>
          <p:cNvSpPr>
            <a:spLocks noGrp="1"/>
          </p:cNvSpPr>
          <p:nvPr>
            <p:ph type="body" sz="quarter" idx="52" hasCustomPrompt="1"/>
          </p:nvPr>
        </p:nvSpPr>
        <p:spPr>
          <a:xfrm>
            <a:off x="4571999" y="2283251"/>
            <a:ext cx="2469735" cy="660388"/>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19" name="Текст 5">
            <a:extLst>
              <a:ext uri="{FF2B5EF4-FFF2-40B4-BE49-F238E27FC236}">
                <a16:creationId xmlns:a16="http://schemas.microsoft.com/office/drawing/2014/main" id="{25CEB7EE-656B-4321-BA82-8E0BF5198119}"/>
              </a:ext>
            </a:extLst>
          </p:cNvPr>
          <p:cNvSpPr>
            <a:spLocks noGrp="1"/>
          </p:cNvSpPr>
          <p:nvPr>
            <p:ph type="body" sz="quarter" idx="53" hasCustomPrompt="1"/>
          </p:nvPr>
        </p:nvSpPr>
        <p:spPr>
          <a:xfrm>
            <a:off x="4563453" y="3417206"/>
            <a:ext cx="2469735" cy="660388"/>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20" name="Текст 5">
            <a:extLst>
              <a:ext uri="{FF2B5EF4-FFF2-40B4-BE49-F238E27FC236}">
                <a16:creationId xmlns:a16="http://schemas.microsoft.com/office/drawing/2014/main" id="{3D503DBE-796B-4309-964E-36E588CC928D}"/>
              </a:ext>
            </a:extLst>
          </p:cNvPr>
          <p:cNvSpPr>
            <a:spLocks noGrp="1"/>
          </p:cNvSpPr>
          <p:nvPr>
            <p:ph type="body" sz="quarter" idx="54" hasCustomPrompt="1"/>
          </p:nvPr>
        </p:nvSpPr>
        <p:spPr>
          <a:xfrm>
            <a:off x="4546361" y="4220967"/>
            <a:ext cx="2469735" cy="660388"/>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21" name="Половина рамки 20">
            <a:extLst>
              <a:ext uri="{FF2B5EF4-FFF2-40B4-BE49-F238E27FC236}">
                <a16:creationId xmlns:a16="http://schemas.microsoft.com/office/drawing/2014/main" id="{72F06E7B-55D7-4DFF-AD49-6DBFC4F1EAB3}"/>
              </a:ext>
            </a:extLst>
          </p:cNvPr>
          <p:cNvSpPr/>
          <p:nvPr userDrawn="1"/>
        </p:nvSpPr>
        <p:spPr>
          <a:xfrm rot="8100000">
            <a:off x="7064362" y="3999362"/>
            <a:ext cx="260340" cy="260340"/>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22" name="Половина рамки 21">
            <a:extLst>
              <a:ext uri="{FF2B5EF4-FFF2-40B4-BE49-F238E27FC236}">
                <a16:creationId xmlns:a16="http://schemas.microsoft.com/office/drawing/2014/main" id="{2E528052-5302-4572-9052-BADA807C8869}"/>
              </a:ext>
            </a:extLst>
          </p:cNvPr>
          <p:cNvSpPr/>
          <p:nvPr userDrawn="1"/>
        </p:nvSpPr>
        <p:spPr>
          <a:xfrm rot="8100000">
            <a:off x="7064362" y="1972081"/>
            <a:ext cx="260340" cy="260340"/>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23" name="Текст 37">
            <a:extLst>
              <a:ext uri="{FF2B5EF4-FFF2-40B4-BE49-F238E27FC236}">
                <a16:creationId xmlns:a16="http://schemas.microsoft.com/office/drawing/2014/main" id="{BC592112-D3CA-48DA-9CE9-13DE6E217C6A}"/>
              </a:ext>
            </a:extLst>
          </p:cNvPr>
          <p:cNvSpPr>
            <a:spLocks noGrp="1"/>
          </p:cNvSpPr>
          <p:nvPr>
            <p:ph type="body" sz="quarter" idx="55" hasCustomPrompt="1"/>
          </p:nvPr>
        </p:nvSpPr>
        <p:spPr>
          <a:xfrm>
            <a:off x="624928" y="3536841"/>
            <a:ext cx="2473084" cy="568645"/>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ОДИН</a:t>
            </a:r>
          </a:p>
        </p:txBody>
      </p:sp>
      <p:sp>
        <p:nvSpPr>
          <p:cNvPr id="24" name="Текст 37">
            <a:extLst>
              <a:ext uri="{FF2B5EF4-FFF2-40B4-BE49-F238E27FC236}">
                <a16:creationId xmlns:a16="http://schemas.microsoft.com/office/drawing/2014/main" id="{D3D2BCDE-24CC-4DAF-9708-545973A9A18F}"/>
              </a:ext>
            </a:extLst>
          </p:cNvPr>
          <p:cNvSpPr>
            <a:spLocks noGrp="1"/>
          </p:cNvSpPr>
          <p:nvPr>
            <p:ph type="body" sz="quarter" idx="56" hasCustomPrompt="1"/>
          </p:nvPr>
        </p:nvSpPr>
        <p:spPr>
          <a:xfrm>
            <a:off x="624928" y="4369928"/>
            <a:ext cx="2473084" cy="568645"/>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a:t>
            </a:r>
            <a:br>
              <a:rPr lang="ru-RU" dirty="0"/>
            </a:br>
            <a:r>
              <a:rPr lang="ru-RU" dirty="0"/>
              <a:t>ДВА</a:t>
            </a:r>
          </a:p>
        </p:txBody>
      </p:sp>
      <p:sp>
        <p:nvSpPr>
          <p:cNvPr id="25" name="Текст 37">
            <a:extLst>
              <a:ext uri="{FF2B5EF4-FFF2-40B4-BE49-F238E27FC236}">
                <a16:creationId xmlns:a16="http://schemas.microsoft.com/office/drawing/2014/main" id="{41BC460E-594C-4963-B2F5-09444533225D}"/>
              </a:ext>
            </a:extLst>
          </p:cNvPr>
          <p:cNvSpPr>
            <a:spLocks noGrp="1"/>
          </p:cNvSpPr>
          <p:nvPr>
            <p:ph type="body" sz="quarter" idx="57" hasCustomPrompt="1"/>
          </p:nvPr>
        </p:nvSpPr>
        <p:spPr>
          <a:xfrm>
            <a:off x="7525282" y="1772057"/>
            <a:ext cx="1490531" cy="660388"/>
          </a:xfrm>
          <a:prstGeom prst="rect">
            <a:avLst/>
          </a:prstGeom>
        </p:spPr>
        <p:txBody>
          <a:bodyPr anchor="ctr">
            <a:noAutofit/>
          </a:bodyPr>
          <a:lstStyle>
            <a:lvl1pPr marL="0" indent="0">
              <a:spcBef>
                <a:spcPts val="0"/>
              </a:spcBef>
              <a:buNone/>
              <a:defRPr sz="1400" b="1">
                <a:solidFill>
                  <a:schemeClr val="bg1"/>
                </a:solidFill>
                <a:latin typeface="Arial" panose="020B0604020202020204" pitchFamily="34" charset="0"/>
                <a:cs typeface="Arial" panose="020B0604020202020204" pitchFamily="34" charset="0"/>
              </a:defRPr>
            </a:lvl1pPr>
          </a:lstStyle>
          <a:p>
            <a:pPr lvl="0"/>
            <a:r>
              <a:rPr lang="ru-RU" dirty="0"/>
              <a:t>Вывод</a:t>
            </a:r>
            <a:br>
              <a:rPr lang="ru-RU" dirty="0"/>
            </a:br>
            <a:r>
              <a:rPr lang="ru-RU" dirty="0"/>
              <a:t>в несколько</a:t>
            </a:r>
            <a:br>
              <a:rPr lang="ru-RU" dirty="0"/>
            </a:br>
            <a:r>
              <a:rPr lang="ru-RU" dirty="0"/>
              <a:t>строчек</a:t>
            </a:r>
          </a:p>
        </p:txBody>
      </p:sp>
      <p:sp>
        <p:nvSpPr>
          <p:cNvPr id="26" name="Текст 37">
            <a:extLst>
              <a:ext uri="{FF2B5EF4-FFF2-40B4-BE49-F238E27FC236}">
                <a16:creationId xmlns:a16="http://schemas.microsoft.com/office/drawing/2014/main" id="{4017A71B-20DD-4959-90A1-56F53F7722A7}"/>
              </a:ext>
            </a:extLst>
          </p:cNvPr>
          <p:cNvSpPr>
            <a:spLocks noGrp="1"/>
          </p:cNvSpPr>
          <p:nvPr>
            <p:ph type="body" sz="quarter" idx="58" hasCustomPrompt="1"/>
          </p:nvPr>
        </p:nvSpPr>
        <p:spPr>
          <a:xfrm>
            <a:off x="7525281" y="3759198"/>
            <a:ext cx="1490531" cy="660388"/>
          </a:xfrm>
          <a:prstGeom prst="rect">
            <a:avLst/>
          </a:prstGeom>
        </p:spPr>
        <p:txBody>
          <a:bodyPr anchor="ctr">
            <a:noAutofit/>
          </a:bodyPr>
          <a:lstStyle>
            <a:lvl1pPr marL="0" indent="0">
              <a:spcBef>
                <a:spcPts val="0"/>
              </a:spcBef>
              <a:buNone/>
              <a:defRPr sz="1400" b="1">
                <a:solidFill>
                  <a:schemeClr val="bg1"/>
                </a:solidFill>
                <a:latin typeface="Arial" panose="020B0604020202020204" pitchFamily="34" charset="0"/>
                <a:cs typeface="Arial" panose="020B0604020202020204" pitchFamily="34" charset="0"/>
              </a:defRPr>
            </a:lvl1pPr>
          </a:lstStyle>
          <a:p>
            <a:pPr lvl="0"/>
            <a:r>
              <a:rPr lang="ru-RU" dirty="0"/>
              <a:t>Вывод</a:t>
            </a:r>
            <a:br>
              <a:rPr lang="ru-RU" dirty="0"/>
            </a:br>
            <a:r>
              <a:rPr lang="ru-RU" dirty="0"/>
              <a:t>в несколько</a:t>
            </a:r>
            <a:br>
              <a:rPr lang="ru-RU" dirty="0"/>
            </a:br>
            <a:r>
              <a:rPr lang="ru-RU" dirty="0"/>
              <a:t>строчек</a:t>
            </a:r>
          </a:p>
        </p:txBody>
      </p:sp>
    </p:spTree>
    <p:extLst>
      <p:ext uri="{BB962C8B-B14F-4D97-AF65-F5344CB8AC3E}">
        <p14:creationId xmlns:p14="http://schemas.microsoft.com/office/powerpoint/2010/main" val="767768656"/>
      </p:ext>
    </p:extLst>
  </p:cSld>
  <p:clrMapOvr>
    <a:masterClrMapping/>
  </p:clrMapOvr>
  <p:transition spd="slow">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Две скруглённые рамки.">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356085" y="1364442"/>
            <a:ext cx="3311782" cy="1034846"/>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ru-RU" dirty="0"/>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dirty="0"/>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1112038" y="1597543"/>
            <a:ext cx="2473084" cy="568645"/>
          </a:xfrm>
          <a:prstGeom prst="rect">
            <a:avLst/>
          </a:prstGeom>
        </p:spPr>
        <p:txBody>
          <a:bodyPr anchor="ctr">
            <a:noAutofit/>
          </a:bodyPr>
          <a:lstStyle>
            <a:lvl1pPr marL="0" indent="0">
              <a:lnSpc>
                <a:spcPct val="100000"/>
              </a:lnSpc>
              <a:buNone/>
              <a:defRPr sz="1800">
                <a:solidFill>
                  <a:schemeClr val="bg1"/>
                </a:solidFill>
                <a:latin typeface="Arial Black" panose="020B0A04020102020204" pitchFamily="34" charset="0"/>
              </a:defRPr>
            </a:lvl1pPr>
          </a:lstStyle>
          <a:p>
            <a:pPr lvl="0"/>
            <a:r>
              <a:rPr lang="ru-RU" dirty="0"/>
              <a:t>ПОДЗАГОЛОВОК ОДИН</a:t>
            </a:r>
          </a:p>
        </p:txBody>
      </p:sp>
      <p:sp>
        <p:nvSpPr>
          <p:cNvPr id="29" name="Прямоугольник с двумя скругленными соседними углами 22">
            <a:extLst>
              <a:ext uri="{FF2B5EF4-FFF2-40B4-BE49-F238E27FC236}">
                <a16:creationId xmlns:a16="http://schemas.microsoft.com/office/drawing/2014/main" id="{48EA7AD6-1DE1-4BDA-BC1B-50A02015BAF5}"/>
              </a:ext>
            </a:extLst>
          </p:cNvPr>
          <p:cNvSpPr/>
          <p:nvPr userDrawn="1"/>
        </p:nvSpPr>
        <p:spPr>
          <a:xfrm rot="5400000">
            <a:off x="3170490" y="-2584857"/>
            <a:ext cx="1603236" cy="8933444"/>
          </a:xfrm>
          <a:prstGeom prst="round2SameRect">
            <a:avLst>
              <a:gd name="adj1" fmla="val 50000"/>
              <a:gd name="adj2" fmla="val 0"/>
            </a:avLst>
          </a:prstGeom>
          <a:noFill/>
          <a:ln w="38100">
            <a:gradFill>
              <a:gsLst>
                <a:gs pos="35000">
                  <a:schemeClr val="accent2"/>
                </a:gs>
                <a:gs pos="73000">
                  <a:schemeClr val="accent5"/>
                </a:gs>
              </a:gsLst>
              <a:lin ang="8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30" name="Прямоугольник с двумя скругленными соседними углами 22">
            <a:extLst>
              <a:ext uri="{FF2B5EF4-FFF2-40B4-BE49-F238E27FC236}">
                <a16:creationId xmlns:a16="http://schemas.microsoft.com/office/drawing/2014/main" id="{14DF8120-C13C-448E-825A-3CCD584D6234}"/>
              </a:ext>
            </a:extLst>
          </p:cNvPr>
          <p:cNvSpPr/>
          <p:nvPr userDrawn="1"/>
        </p:nvSpPr>
        <p:spPr>
          <a:xfrm rot="5400000">
            <a:off x="3191534" y="-773832"/>
            <a:ext cx="1603236" cy="8933445"/>
          </a:xfrm>
          <a:prstGeom prst="round2SameRect">
            <a:avLst>
              <a:gd name="adj1" fmla="val 50000"/>
              <a:gd name="adj2" fmla="val 0"/>
            </a:avLst>
          </a:prstGeom>
          <a:noFill/>
          <a:ln w="38100">
            <a:gradFill>
              <a:gsLst>
                <a:gs pos="35000">
                  <a:schemeClr val="accent2"/>
                </a:gs>
                <a:gs pos="73000">
                  <a:schemeClr val="accent5"/>
                </a:gs>
              </a:gsLst>
              <a:lin ang="8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31" name="Текст 5">
            <a:extLst>
              <a:ext uri="{FF2B5EF4-FFF2-40B4-BE49-F238E27FC236}">
                <a16:creationId xmlns:a16="http://schemas.microsoft.com/office/drawing/2014/main" id="{F821F43F-87A3-4C65-88E8-5AF200A2295C}"/>
              </a:ext>
            </a:extLst>
          </p:cNvPr>
          <p:cNvSpPr>
            <a:spLocks noGrp="1"/>
          </p:cNvSpPr>
          <p:nvPr>
            <p:ph type="body" sz="quarter" idx="50" hasCustomPrompt="1"/>
          </p:nvPr>
        </p:nvSpPr>
        <p:spPr>
          <a:xfrm>
            <a:off x="4356085" y="3200779"/>
            <a:ext cx="3311782" cy="1034846"/>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ru-RU" dirty="0"/>
          </a:p>
        </p:txBody>
      </p:sp>
      <p:sp>
        <p:nvSpPr>
          <p:cNvPr id="32" name="Текст 37">
            <a:extLst>
              <a:ext uri="{FF2B5EF4-FFF2-40B4-BE49-F238E27FC236}">
                <a16:creationId xmlns:a16="http://schemas.microsoft.com/office/drawing/2014/main" id="{B3D098A4-B995-49FB-ACC7-E91AD3BED909}"/>
              </a:ext>
            </a:extLst>
          </p:cNvPr>
          <p:cNvSpPr>
            <a:spLocks noGrp="1"/>
          </p:cNvSpPr>
          <p:nvPr>
            <p:ph type="body" sz="quarter" idx="51" hasCustomPrompt="1"/>
          </p:nvPr>
        </p:nvSpPr>
        <p:spPr>
          <a:xfrm>
            <a:off x="1112038" y="3433880"/>
            <a:ext cx="2473084" cy="568645"/>
          </a:xfrm>
          <a:prstGeom prst="rect">
            <a:avLst/>
          </a:prstGeom>
        </p:spPr>
        <p:txBody>
          <a:bodyPr anchor="ctr">
            <a:noAutofit/>
          </a:bodyPr>
          <a:lstStyle>
            <a:lvl1pPr marL="0" indent="0">
              <a:lnSpc>
                <a:spcPct val="100000"/>
              </a:lnSpc>
              <a:buNone/>
              <a:defRPr sz="1800">
                <a:solidFill>
                  <a:schemeClr val="bg1"/>
                </a:solidFill>
                <a:latin typeface="Arial Black" panose="020B0A04020102020204" pitchFamily="34" charset="0"/>
              </a:defRPr>
            </a:lvl1pPr>
          </a:lstStyle>
          <a:p>
            <a:pPr lvl="0"/>
            <a:r>
              <a:rPr lang="ru-RU" dirty="0"/>
              <a:t>ПОДЗАГОЛОВОК ДВА</a:t>
            </a:r>
          </a:p>
        </p:txBody>
      </p:sp>
    </p:spTree>
    <p:extLst>
      <p:ext uri="{BB962C8B-B14F-4D97-AF65-F5344CB8AC3E}">
        <p14:creationId xmlns:p14="http://schemas.microsoft.com/office/powerpoint/2010/main" val="1302842924"/>
      </p:ext>
    </p:extLst>
  </p:cSld>
  <p:clrMapOvr>
    <a:masterClrMapping/>
  </p:clrMapOvr>
  <p:transition spd="slow">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Три скруглённые рамки и изображение.">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509332" y="886233"/>
            <a:ext cx="3490099" cy="361453"/>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dirty="0"/>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509333" y="571394"/>
            <a:ext cx="2699386" cy="294719"/>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ОДИН</a:t>
            </a:r>
          </a:p>
        </p:txBody>
      </p:sp>
      <p:sp>
        <p:nvSpPr>
          <p:cNvPr id="31" name="Текст 5">
            <a:extLst>
              <a:ext uri="{FF2B5EF4-FFF2-40B4-BE49-F238E27FC236}">
                <a16:creationId xmlns:a16="http://schemas.microsoft.com/office/drawing/2014/main" id="{F821F43F-87A3-4C65-88E8-5AF200A2295C}"/>
              </a:ext>
            </a:extLst>
          </p:cNvPr>
          <p:cNvSpPr>
            <a:spLocks noGrp="1"/>
          </p:cNvSpPr>
          <p:nvPr>
            <p:ph type="body" sz="quarter" idx="50" hasCustomPrompt="1"/>
          </p:nvPr>
        </p:nvSpPr>
        <p:spPr>
          <a:xfrm>
            <a:off x="509333" y="1938591"/>
            <a:ext cx="3661013" cy="736243"/>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a:t>
            </a:r>
            <a:endParaRPr lang="ru-RU" dirty="0"/>
          </a:p>
          <a:p>
            <a:pPr lvl="0"/>
            <a:r>
              <a:rPr lang="en-US" dirty="0"/>
              <a:t>On the other hand, we denounce with righteous indignation and dislike men who are so beguiled and demoralized by the charms</a:t>
            </a:r>
            <a:endParaRPr lang="ru-RU" dirty="0"/>
          </a:p>
        </p:txBody>
      </p:sp>
      <p:sp>
        <p:nvSpPr>
          <p:cNvPr id="32" name="Текст 37">
            <a:extLst>
              <a:ext uri="{FF2B5EF4-FFF2-40B4-BE49-F238E27FC236}">
                <a16:creationId xmlns:a16="http://schemas.microsoft.com/office/drawing/2014/main" id="{B3D098A4-B995-49FB-ACC7-E91AD3BED909}"/>
              </a:ext>
            </a:extLst>
          </p:cNvPr>
          <p:cNvSpPr>
            <a:spLocks noGrp="1"/>
          </p:cNvSpPr>
          <p:nvPr>
            <p:ph type="body" sz="quarter" idx="51" hasCustomPrompt="1"/>
          </p:nvPr>
        </p:nvSpPr>
        <p:spPr>
          <a:xfrm>
            <a:off x="509333" y="1647809"/>
            <a:ext cx="2699386" cy="283541"/>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ДВА</a:t>
            </a:r>
          </a:p>
        </p:txBody>
      </p:sp>
      <p:sp>
        <p:nvSpPr>
          <p:cNvPr id="11" name="Прямоугольник с двумя скругленными соседними углами 22">
            <a:extLst>
              <a:ext uri="{FF2B5EF4-FFF2-40B4-BE49-F238E27FC236}">
                <a16:creationId xmlns:a16="http://schemas.microsoft.com/office/drawing/2014/main" id="{DF916A59-1433-4ABB-9B82-91FFF902C9D7}"/>
              </a:ext>
            </a:extLst>
          </p:cNvPr>
          <p:cNvSpPr/>
          <p:nvPr userDrawn="1"/>
        </p:nvSpPr>
        <p:spPr>
          <a:xfrm rot="5400000">
            <a:off x="1394590" y="1446626"/>
            <a:ext cx="1500183" cy="4874559"/>
          </a:xfrm>
          <a:prstGeom prst="round2SameRect">
            <a:avLst>
              <a:gd name="adj1" fmla="val 50000"/>
              <a:gd name="adj2" fmla="val 0"/>
            </a:avLst>
          </a:prstGeom>
          <a:noFill/>
          <a:ln w="38100">
            <a:gradFill>
              <a:gsLst>
                <a:gs pos="35000">
                  <a:schemeClr val="accent2"/>
                </a:gs>
                <a:gs pos="73000">
                  <a:schemeClr val="accent5"/>
                </a:gs>
              </a:gsLst>
              <a:lin ang="15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12" name="Прямоугольник с двумя скругленными соседними углами 22">
            <a:extLst>
              <a:ext uri="{FF2B5EF4-FFF2-40B4-BE49-F238E27FC236}">
                <a16:creationId xmlns:a16="http://schemas.microsoft.com/office/drawing/2014/main" id="{F72337A5-6595-45DD-A5CD-0DAA7FF07428}"/>
              </a:ext>
            </a:extLst>
          </p:cNvPr>
          <p:cNvSpPr/>
          <p:nvPr userDrawn="1"/>
        </p:nvSpPr>
        <p:spPr>
          <a:xfrm rot="5400000">
            <a:off x="1394589" y="-189602"/>
            <a:ext cx="1500185" cy="4874559"/>
          </a:xfrm>
          <a:prstGeom prst="round2SameRect">
            <a:avLst>
              <a:gd name="adj1" fmla="val 50000"/>
              <a:gd name="adj2" fmla="val 0"/>
            </a:avLst>
          </a:prstGeom>
          <a:noFill/>
          <a:ln w="38100">
            <a:gradFill>
              <a:gsLst>
                <a:gs pos="35000">
                  <a:schemeClr val="accent2"/>
                </a:gs>
                <a:gs pos="73000">
                  <a:schemeClr val="accent5"/>
                </a:gs>
              </a:gsLst>
              <a:lin ang="15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13" name="Прямоугольник с двумя скругленными соседними углами 22">
            <a:extLst>
              <a:ext uri="{FF2B5EF4-FFF2-40B4-BE49-F238E27FC236}">
                <a16:creationId xmlns:a16="http://schemas.microsoft.com/office/drawing/2014/main" id="{19228FD2-17D8-4381-A969-D1A55BF7670D}"/>
              </a:ext>
            </a:extLst>
          </p:cNvPr>
          <p:cNvSpPr/>
          <p:nvPr userDrawn="1"/>
        </p:nvSpPr>
        <p:spPr>
          <a:xfrm rot="5400000">
            <a:off x="1682086" y="-1530607"/>
            <a:ext cx="925192" cy="4874559"/>
          </a:xfrm>
          <a:prstGeom prst="round2SameRect">
            <a:avLst>
              <a:gd name="adj1" fmla="val 50000"/>
              <a:gd name="adj2" fmla="val 0"/>
            </a:avLst>
          </a:prstGeom>
          <a:noFill/>
          <a:ln w="38100">
            <a:gradFill>
              <a:gsLst>
                <a:gs pos="35000">
                  <a:schemeClr val="accent2"/>
                </a:gs>
                <a:gs pos="73000">
                  <a:schemeClr val="accent5"/>
                </a:gs>
              </a:gsLst>
              <a:lin ang="15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14" name="Текст 5">
            <a:extLst>
              <a:ext uri="{FF2B5EF4-FFF2-40B4-BE49-F238E27FC236}">
                <a16:creationId xmlns:a16="http://schemas.microsoft.com/office/drawing/2014/main" id="{99A4968E-3030-4C19-9519-2C4C404F7EF3}"/>
              </a:ext>
            </a:extLst>
          </p:cNvPr>
          <p:cNvSpPr>
            <a:spLocks noGrp="1"/>
          </p:cNvSpPr>
          <p:nvPr>
            <p:ph type="body" sz="quarter" idx="52" hasCustomPrompt="1"/>
          </p:nvPr>
        </p:nvSpPr>
        <p:spPr>
          <a:xfrm>
            <a:off x="509333" y="3587788"/>
            <a:ext cx="3661013" cy="736243"/>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a:t>
            </a:r>
            <a:endParaRPr lang="ru-RU" dirty="0"/>
          </a:p>
          <a:p>
            <a:pPr lvl="0"/>
            <a:r>
              <a:rPr lang="en-US" dirty="0"/>
              <a:t>On the other hand, we denounce with righteous indignation and dislike men who are so beguiled and demoralized by the charms</a:t>
            </a:r>
            <a:endParaRPr lang="ru-RU" dirty="0"/>
          </a:p>
        </p:txBody>
      </p:sp>
      <p:sp>
        <p:nvSpPr>
          <p:cNvPr id="15" name="Текст 37">
            <a:extLst>
              <a:ext uri="{FF2B5EF4-FFF2-40B4-BE49-F238E27FC236}">
                <a16:creationId xmlns:a16="http://schemas.microsoft.com/office/drawing/2014/main" id="{9D7A1666-319A-492C-AEDD-33067969C5D7}"/>
              </a:ext>
            </a:extLst>
          </p:cNvPr>
          <p:cNvSpPr>
            <a:spLocks noGrp="1"/>
          </p:cNvSpPr>
          <p:nvPr>
            <p:ph type="body" sz="quarter" idx="53" hasCustomPrompt="1"/>
          </p:nvPr>
        </p:nvSpPr>
        <p:spPr>
          <a:xfrm>
            <a:off x="509333" y="3297006"/>
            <a:ext cx="2699386" cy="283541"/>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ТРИ</a:t>
            </a:r>
          </a:p>
        </p:txBody>
      </p:sp>
      <p:sp>
        <p:nvSpPr>
          <p:cNvPr id="5" name="Рисунок 4">
            <a:extLst>
              <a:ext uri="{FF2B5EF4-FFF2-40B4-BE49-F238E27FC236}">
                <a16:creationId xmlns:a16="http://schemas.microsoft.com/office/drawing/2014/main" id="{4726ED40-928B-4E26-86E2-7BC9636E7620}"/>
              </a:ext>
            </a:extLst>
          </p:cNvPr>
          <p:cNvSpPr>
            <a:spLocks noGrp="1"/>
          </p:cNvSpPr>
          <p:nvPr>
            <p:ph type="pic" sz="quarter" idx="54"/>
          </p:nvPr>
        </p:nvSpPr>
        <p:spPr>
          <a:xfrm>
            <a:off x="4965701" y="444076"/>
            <a:ext cx="3853560" cy="4189837"/>
          </a:xfrm>
          <a:prstGeom prst="rect">
            <a:avLst/>
          </a:prstGeom>
        </p:spPr>
        <p:txBody>
          <a:bodyPr/>
          <a:lstStyle>
            <a:lvl1pPr marL="0" indent="0">
              <a:buNone/>
              <a:defRPr sz="1000">
                <a:solidFill>
                  <a:schemeClr val="bg1"/>
                </a:solidFill>
              </a:defRPr>
            </a:lvl1pPr>
          </a:lstStyle>
          <a:p>
            <a:endParaRPr lang="ru-RU" dirty="0"/>
          </a:p>
        </p:txBody>
      </p:sp>
    </p:spTree>
    <p:extLst>
      <p:ext uri="{BB962C8B-B14F-4D97-AF65-F5344CB8AC3E}">
        <p14:creationId xmlns:p14="http://schemas.microsoft.com/office/powerpoint/2010/main" val="1479387216"/>
      </p:ext>
    </p:extLst>
  </p:cSld>
  <p:clrMapOvr>
    <a:masterClrMapping/>
  </p:clrMapOvr>
  <p:transition spd="slow">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Рамка и изображение.">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11" name="Скругленный прямоугольник 29">
            <a:extLst>
              <a:ext uri="{FF2B5EF4-FFF2-40B4-BE49-F238E27FC236}">
                <a16:creationId xmlns:a16="http://schemas.microsoft.com/office/drawing/2014/main" id="{1E1DDFB5-99D1-4E04-8226-90CBB59B8373}"/>
              </a:ext>
            </a:extLst>
          </p:cNvPr>
          <p:cNvSpPr/>
          <p:nvPr userDrawn="1"/>
        </p:nvSpPr>
        <p:spPr>
          <a:xfrm rot="16200000">
            <a:off x="384519" y="1273162"/>
            <a:ext cx="3483599" cy="3281502"/>
          </a:xfrm>
          <a:prstGeom prst="roundRect">
            <a:avLst>
              <a:gd name="adj" fmla="val 13981"/>
            </a:avLst>
          </a:prstGeom>
          <a:noFill/>
          <a:ln w="38100">
            <a:gradFill flip="none" rotWithShape="1">
              <a:gsLst>
                <a:gs pos="67000">
                  <a:schemeClr val="accent2"/>
                </a:gs>
                <a:gs pos="26000">
                  <a:schemeClr val="accent5"/>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738478" y="1452629"/>
            <a:ext cx="2629347" cy="506797"/>
          </a:xfrm>
          <a:prstGeom prst="rect">
            <a:avLst/>
          </a:prstGeom>
        </p:spPr>
        <p:txBody>
          <a:bodyPr anchor="ctr">
            <a:normAutofit/>
          </a:bodyPr>
          <a:lstStyle>
            <a:lvl1pPr marL="0" indent="0">
              <a:spcBef>
                <a:spcPts val="0"/>
              </a:spcBef>
              <a:buNone/>
              <a:defRPr sz="1400">
                <a:solidFill>
                  <a:schemeClr val="accent2"/>
                </a:solidFill>
                <a:latin typeface="Arial Black" panose="020B0A04020102020204" pitchFamily="34" charset="0"/>
              </a:defRPr>
            </a:lvl1pPr>
          </a:lstStyle>
          <a:p>
            <a:pPr lvl="0"/>
            <a:r>
              <a:rPr lang="ru-RU" dirty="0"/>
              <a:t>ДЛИННЫЙ ЗАГОЛОВОК</a:t>
            </a:r>
            <a:br>
              <a:rPr lang="ru-RU" dirty="0"/>
            </a:br>
            <a:r>
              <a:rPr lang="ru-RU" dirty="0"/>
              <a:t>В ДВЕ СТРОЧКИ</a:t>
            </a:r>
          </a:p>
        </p:txBody>
      </p:sp>
      <p:sp>
        <p:nvSpPr>
          <p:cNvPr id="19" name="Текст 5">
            <a:extLst>
              <a:ext uri="{FF2B5EF4-FFF2-40B4-BE49-F238E27FC236}">
                <a16:creationId xmlns:a16="http://schemas.microsoft.com/office/drawing/2014/main" id="{1204E147-7AC5-4968-A3BF-56E83E9202BC}"/>
              </a:ext>
            </a:extLst>
          </p:cNvPr>
          <p:cNvSpPr>
            <a:spLocks noGrp="1"/>
          </p:cNvSpPr>
          <p:nvPr>
            <p:ph type="body" sz="quarter" idx="24" hasCustomPrompt="1"/>
          </p:nvPr>
        </p:nvSpPr>
        <p:spPr>
          <a:xfrm>
            <a:off x="738478" y="2002335"/>
            <a:ext cx="2629347" cy="811495"/>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p>
            <a:fld id="{03D1A0BF-D385-4A72-B24F-35C80431A2AC}" type="slidenum">
              <a:rPr lang="ru-RU" smtClean="0"/>
              <a:pPr/>
              <a:t>‹#›</a:t>
            </a:fld>
            <a:endParaRPr lang="ru-RU"/>
          </a:p>
        </p:txBody>
      </p:sp>
      <p:sp>
        <p:nvSpPr>
          <p:cNvPr id="14" name="Текст 37">
            <a:extLst>
              <a:ext uri="{FF2B5EF4-FFF2-40B4-BE49-F238E27FC236}">
                <a16:creationId xmlns:a16="http://schemas.microsoft.com/office/drawing/2014/main" id="{A36FB466-C77E-4273-BCD7-E04F4B92032D}"/>
              </a:ext>
            </a:extLst>
          </p:cNvPr>
          <p:cNvSpPr>
            <a:spLocks noGrp="1"/>
          </p:cNvSpPr>
          <p:nvPr>
            <p:ph type="body" sz="quarter" idx="32" hasCustomPrompt="1"/>
          </p:nvPr>
        </p:nvSpPr>
        <p:spPr>
          <a:xfrm>
            <a:off x="738477" y="3041023"/>
            <a:ext cx="2629347" cy="506797"/>
          </a:xfrm>
          <a:prstGeom prst="rect">
            <a:avLst/>
          </a:prstGeom>
        </p:spPr>
        <p:txBody>
          <a:bodyPr anchor="ctr">
            <a:normAutofit/>
          </a:bodyPr>
          <a:lstStyle>
            <a:lvl1pPr marL="0" indent="0">
              <a:spcBef>
                <a:spcPts val="0"/>
              </a:spcBef>
              <a:buNone/>
              <a:defRPr sz="1400">
                <a:solidFill>
                  <a:schemeClr val="accent5"/>
                </a:solidFill>
                <a:latin typeface="Arial Black" panose="020B0A04020102020204" pitchFamily="34" charset="0"/>
              </a:defRPr>
            </a:lvl1pPr>
          </a:lstStyle>
          <a:p>
            <a:pPr lvl="0"/>
            <a:r>
              <a:rPr lang="ru-RU" dirty="0"/>
              <a:t>ДЛИННЫЙ ЗАГОЛОВОК</a:t>
            </a:r>
            <a:br>
              <a:rPr lang="ru-RU" dirty="0"/>
            </a:br>
            <a:r>
              <a:rPr lang="ru-RU" dirty="0"/>
              <a:t>В ДВЕ СТРОЧКИ</a:t>
            </a:r>
          </a:p>
        </p:txBody>
      </p:sp>
      <p:sp>
        <p:nvSpPr>
          <p:cNvPr id="15" name="Текст 5">
            <a:extLst>
              <a:ext uri="{FF2B5EF4-FFF2-40B4-BE49-F238E27FC236}">
                <a16:creationId xmlns:a16="http://schemas.microsoft.com/office/drawing/2014/main" id="{47356512-FE10-4CC7-82BA-61637734E062}"/>
              </a:ext>
            </a:extLst>
          </p:cNvPr>
          <p:cNvSpPr>
            <a:spLocks noGrp="1"/>
          </p:cNvSpPr>
          <p:nvPr>
            <p:ph type="body" sz="quarter" idx="33" hasCustomPrompt="1"/>
          </p:nvPr>
        </p:nvSpPr>
        <p:spPr>
          <a:xfrm>
            <a:off x="738476" y="3586544"/>
            <a:ext cx="2629347" cy="811495"/>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6" name="Рисунок 5">
            <a:extLst>
              <a:ext uri="{FF2B5EF4-FFF2-40B4-BE49-F238E27FC236}">
                <a16:creationId xmlns:a16="http://schemas.microsoft.com/office/drawing/2014/main" id="{CCC1B5AE-0424-4F8A-B1F6-69AFD034B9FF}"/>
              </a:ext>
            </a:extLst>
          </p:cNvPr>
          <p:cNvSpPr>
            <a:spLocks noGrp="1"/>
          </p:cNvSpPr>
          <p:nvPr>
            <p:ph type="pic" sz="quarter" idx="34"/>
          </p:nvPr>
        </p:nvSpPr>
        <p:spPr>
          <a:xfrm>
            <a:off x="4192588" y="1171575"/>
            <a:ext cx="4654550" cy="3406775"/>
          </a:xfrm>
          <a:prstGeom prst="rect">
            <a:avLst/>
          </a:prstGeom>
        </p:spPr>
        <p:txBody>
          <a:bodyPr/>
          <a:lstStyle>
            <a:lvl1pPr marL="0" indent="0" algn="ctr">
              <a:buNone/>
              <a:defRPr sz="1100" b="1">
                <a:solidFill>
                  <a:schemeClr val="bg1"/>
                </a:solidFill>
              </a:defRPr>
            </a:lvl1pPr>
          </a:lstStyle>
          <a:p>
            <a:endParaRPr lang="ru-RU" dirty="0"/>
          </a:p>
        </p:txBody>
      </p:sp>
    </p:spTree>
    <p:extLst>
      <p:ext uri="{BB962C8B-B14F-4D97-AF65-F5344CB8AC3E}">
        <p14:creationId xmlns:p14="http://schemas.microsoft.com/office/powerpoint/2010/main" val="762757848"/>
      </p:ext>
    </p:extLst>
  </p:cSld>
  <p:clrMapOvr>
    <a:masterClrMapping/>
  </p:clrMapOvr>
  <p:transition spd="slow">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Рамка с текстом.">
    <p:bg>
      <p:bgPr>
        <a:gradFill>
          <a:gsLst>
            <a:gs pos="52000">
              <a:schemeClr val="bg2"/>
            </a:gs>
            <a:gs pos="0">
              <a:schemeClr val="accent5">
                <a:lumMod val="40000"/>
              </a:schemeClr>
            </a:gs>
          </a:gsLst>
          <a:lin ang="16200000" scaled="1"/>
        </a:gradFill>
        <a:effectLst/>
      </p:bgPr>
    </p:bg>
    <p:spTree>
      <p:nvGrpSpPr>
        <p:cNvPr id="1" name=""/>
        <p:cNvGrpSpPr/>
        <p:nvPr/>
      </p:nvGrpSpPr>
      <p:grpSpPr>
        <a:xfrm>
          <a:off x="0" y="0"/>
          <a:ext cx="0" cy="0"/>
          <a:chOff x="0" y="0"/>
          <a:chExt cx="0" cy="0"/>
        </a:xfrm>
      </p:grpSpPr>
      <p:sp>
        <p:nvSpPr>
          <p:cNvPr id="11" name="Скругленный прямоугольник 29">
            <a:extLst>
              <a:ext uri="{FF2B5EF4-FFF2-40B4-BE49-F238E27FC236}">
                <a16:creationId xmlns:a16="http://schemas.microsoft.com/office/drawing/2014/main" id="{1E1DDFB5-99D1-4E04-8226-90CBB59B8373}"/>
              </a:ext>
            </a:extLst>
          </p:cNvPr>
          <p:cNvSpPr/>
          <p:nvPr userDrawn="1"/>
        </p:nvSpPr>
        <p:spPr>
          <a:xfrm rot="16200000">
            <a:off x="2790265" y="-1348069"/>
            <a:ext cx="3563470" cy="8384243"/>
          </a:xfrm>
          <a:prstGeom prst="roundRect">
            <a:avLst>
              <a:gd name="adj" fmla="val 8955"/>
            </a:avLst>
          </a:prstGeom>
          <a:noFill/>
          <a:ln w="38100">
            <a:gradFill flip="none" rotWithShape="1">
              <a:gsLst>
                <a:gs pos="67000">
                  <a:schemeClr val="accent2"/>
                </a:gs>
                <a:gs pos="26000">
                  <a:schemeClr val="accent5"/>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690854" y="1452629"/>
            <a:ext cx="1285304" cy="506797"/>
          </a:xfrm>
          <a:prstGeom prst="rect">
            <a:avLst/>
          </a:prstGeom>
        </p:spPr>
        <p:txBody>
          <a:bodyPr anchor="t">
            <a:noAutofit/>
          </a:bodyPr>
          <a:lstStyle>
            <a:lvl1pPr marL="0" indent="0">
              <a:spcBef>
                <a:spcPts val="0"/>
              </a:spcBef>
              <a:buNone/>
              <a:defRPr sz="3600">
                <a:solidFill>
                  <a:schemeClr val="accent5"/>
                </a:solidFill>
                <a:latin typeface="Arial Black" panose="020B0A04020102020204" pitchFamily="34" charset="0"/>
              </a:defRPr>
            </a:lvl1pPr>
          </a:lstStyle>
          <a:p>
            <a:pPr lvl="0"/>
            <a:r>
              <a:rPr lang="ru-RU" dirty="0"/>
              <a:t>10%</a:t>
            </a:r>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p>
            <a:fld id="{03D1A0BF-D385-4A72-B24F-35C80431A2AC}" type="slidenum">
              <a:rPr lang="ru-RU" smtClean="0"/>
              <a:pPr/>
              <a:t>‹#›</a:t>
            </a:fld>
            <a:endParaRPr lang="ru-RU"/>
          </a:p>
        </p:txBody>
      </p:sp>
      <p:sp>
        <p:nvSpPr>
          <p:cNvPr id="14" name="Текст 37">
            <a:extLst>
              <a:ext uri="{FF2B5EF4-FFF2-40B4-BE49-F238E27FC236}">
                <a16:creationId xmlns:a16="http://schemas.microsoft.com/office/drawing/2014/main" id="{6B16FA27-E562-474F-82CD-1EF83EBFB32D}"/>
              </a:ext>
            </a:extLst>
          </p:cNvPr>
          <p:cNvSpPr>
            <a:spLocks noGrp="1"/>
          </p:cNvSpPr>
          <p:nvPr>
            <p:ph type="body" sz="quarter" idx="32" hasCustomPrompt="1"/>
          </p:nvPr>
        </p:nvSpPr>
        <p:spPr>
          <a:xfrm>
            <a:off x="2043294" y="1459353"/>
            <a:ext cx="2325287" cy="506797"/>
          </a:xfrm>
          <a:prstGeom prst="rect">
            <a:avLst/>
          </a:prstGeom>
        </p:spPr>
        <p:txBody>
          <a:bodyPr anchor="ctr">
            <a:noAutofit/>
          </a:bodyPr>
          <a:lstStyle>
            <a:lvl1pPr marL="0" indent="0">
              <a:spcBef>
                <a:spcPts val="0"/>
              </a:spcBef>
              <a:buNone/>
              <a:defRPr sz="1400">
                <a:solidFill>
                  <a:schemeClr val="accent2"/>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15" name="Текст 37">
            <a:extLst>
              <a:ext uri="{FF2B5EF4-FFF2-40B4-BE49-F238E27FC236}">
                <a16:creationId xmlns:a16="http://schemas.microsoft.com/office/drawing/2014/main" id="{DDDDF5C5-30AC-4D96-92C5-54E58EAE4D13}"/>
              </a:ext>
            </a:extLst>
          </p:cNvPr>
          <p:cNvSpPr>
            <a:spLocks noGrp="1"/>
          </p:cNvSpPr>
          <p:nvPr>
            <p:ph type="body" sz="quarter" idx="33" hasCustomPrompt="1"/>
          </p:nvPr>
        </p:nvSpPr>
        <p:spPr>
          <a:xfrm>
            <a:off x="4802755" y="1445905"/>
            <a:ext cx="1285304" cy="506797"/>
          </a:xfrm>
          <a:prstGeom prst="rect">
            <a:avLst/>
          </a:prstGeom>
        </p:spPr>
        <p:txBody>
          <a:bodyPr anchor="t">
            <a:noAutofit/>
          </a:bodyPr>
          <a:lstStyle>
            <a:lvl1pPr marL="0" indent="0">
              <a:spcBef>
                <a:spcPts val="0"/>
              </a:spcBef>
              <a:buNone/>
              <a:defRPr sz="3600">
                <a:solidFill>
                  <a:schemeClr val="accent5"/>
                </a:solidFill>
                <a:latin typeface="Arial Black" panose="020B0A04020102020204" pitchFamily="34" charset="0"/>
              </a:defRPr>
            </a:lvl1pPr>
          </a:lstStyle>
          <a:p>
            <a:pPr lvl="0"/>
            <a:r>
              <a:rPr lang="ru-RU" dirty="0"/>
              <a:t>10%</a:t>
            </a:r>
          </a:p>
        </p:txBody>
      </p:sp>
      <p:sp>
        <p:nvSpPr>
          <p:cNvPr id="22" name="Текст 37">
            <a:extLst>
              <a:ext uri="{FF2B5EF4-FFF2-40B4-BE49-F238E27FC236}">
                <a16:creationId xmlns:a16="http://schemas.microsoft.com/office/drawing/2014/main" id="{99E724CA-6911-415B-AEB7-23F77119024B}"/>
              </a:ext>
            </a:extLst>
          </p:cNvPr>
          <p:cNvSpPr>
            <a:spLocks noGrp="1"/>
          </p:cNvSpPr>
          <p:nvPr>
            <p:ph type="body" sz="quarter" idx="35" hasCustomPrompt="1"/>
          </p:nvPr>
        </p:nvSpPr>
        <p:spPr>
          <a:xfrm>
            <a:off x="6155195" y="1452629"/>
            <a:ext cx="2325287" cy="506797"/>
          </a:xfrm>
          <a:prstGeom prst="rect">
            <a:avLst/>
          </a:prstGeom>
        </p:spPr>
        <p:txBody>
          <a:bodyPr anchor="ctr">
            <a:noAutofit/>
          </a:bodyPr>
          <a:lstStyle>
            <a:lvl1pPr marL="0" indent="0">
              <a:spcBef>
                <a:spcPts val="0"/>
              </a:spcBef>
              <a:buNone/>
              <a:defRPr sz="1400">
                <a:solidFill>
                  <a:schemeClr val="accent2"/>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24" name="Текст 5">
            <a:extLst>
              <a:ext uri="{FF2B5EF4-FFF2-40B4-BE49-F238E27FC236}">
                <a16:creationId xmlns:a16="http://schemas.microsoft.com/office/drawing/2014/main" id="{F840BC7C-0F13-4EFD-ADFD-172DC7C0C7DF}"/>
              </a:ext>
            </a:extLst>
          </p:cNvPr>
          <p:cNvSpPr>
            <a:spLocks noGrp="1"/>
          </p:cNvSpPr>
          <p:nvPr>
            <p:ph type="body" sz="quarter" idx="24" hasCustomPrompt="1"/>
          </p:nvPr>
        </p:nvSpPr>
        <p:spPr>
          <a:xfrm>
            <a:off x="690854" y="2057400"/>
            <a:ext cx="3528722"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25" name="Текст 5">
            <a:extLst>
              <a:ext uri="{FF2B5EF4-FFF2-40B4-BE49-F238E27FC236}">
                <a16:creationId xmlns:a16="http://schemas.microsoft.com/office/drawing/2014/main" id="{44BCC359-7CD4-4667-8921-F9B56B2066A3}"/>
              </a:ext>
            </a:extLst>
          </p:cNvPr>
          <p:cNvSpPr>
            <a:spLocks noGrp="1"/>
          </p:cNvSpPr>
          <p:nvPr>
            <p:ph type="body" sz="quarter" idx="36" hasCustomPrompt="1"/>
          </p:nvPr>
        </p:nvSpPr>
        <p:spPr>
          <a:xfrm>
            <a:off x="4818374" y="2057400"/>
            <a:ext cx="3528722"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26" name="Текст 37">
            <a:extLst>
              <a:ext uri="{FF2B5EF4-FFF2-40B4-BE49-F238E27FC236}">
                <a16:creationId xmlns:a16="http://schemas.microsoft.com/office/drawing/2014/main" id="{69429E81-5A40-45DD-8413-A1E012AFF59C}"/>
              </a:ext>
            </a:extLst>
          </p:cNvPr>
          <p:cNvSpPr>
            <a:spLocks noGrp="1"/>
          </p:cNvSpPr>
          <p:nvPr>
            <p:ph type="body" sz="quarter" idx="37" hasCustomPrompt="1"/>
          </p:nvPr>
        </p:nvSpPr>
        <p:spPr>
          <a:xfrm>
            <a:off x="706473" y="2967957"/>
            <a:ext cx="1285304" cy="506797"/>
          </a:xfrm>
          <a:prstGeom prst="rect">
            <a:avLst/>
          </a:prstGeom>
        </p:spPr>
        <p:txBody>
          <a:bodyPr anchor="t">
            <a:noAutofit/>
          </a:bodyPr>
          <a:lstStyle>
            <a:lvl1pPr marL="0" indent="0">
              <a:spcBef>
                <a:spcPts val="0"/>
              </a:spcBef>
              <a:buNone/>
              <a:defRPr sz="3600">
                <a:solidFill>
                  <a:schemeClr val="accent5"/>
                </a:solidFill>
                <a:latin typeface="Arial Black" panose="020B0A04020102020204" pitchFamily="34" charset="0"/>
              </a:defRPr>
            </a:lvl1pPr>
          </a:lstStyle>
          <a:p>
            <a:pPr lvl="0"/>
            <a:r>
              <a:rPr lang="ru-RU" dirty="0"/>
              <a:t>10%</a:t>
            </a:r>
          </a:p>
        </p:txBody>
      </p:sp>
      <p:sp>
        <p:nvSpPr>
          <p:cNvPr id="27" name="Текст 37">
            <a:extLst>
              <a:ext uri="{FF2B5EF4-FFF2-40B4-BE49-F238E27FC236}">
                <a16:creationId xmlns:a16="http://schemas.microsoft.com/office/drawing/2014/main" id="{E39D67F1-7AE6-479F-A194-0D1682C5EFB6}"/>
              </a:ext>
            </a:extLst>
          </p:cNvPr>
          <p:cNvSpPr>
            <a:spLocks noGrp="1"/>
          </p:cNvSpPr>
          <p:nvPr>
            <p:ph type="body" sz="quarter" idx="38" hasCustomPrompt="1"/>
          </p:nvPr>
        </p:nvSpPr>
        <p:spPr>
          <a:xfrm>
            <a:off x="2058913" y="2974681"/>
            <a:ext cx="2325287" cy="506797"/>
          </a:xfrm>
          <a:prstGeom prst="rect">
            <a:avLst/>
          </a:prstGeom>
        </p:spPr>
        <p:txBody>
          <a:bodyPr anchor="ctr">
            <a:noAutofit/>
          </a:bodyPr>
          <a:lstStyle>
            <a:lvl1pPr marL="0" indent="0">
              <a:spcBef>
                <a:spcPts val="0"/>
              </a:spcBef>
              <a:buNone/>
              <a:defRPr sz="1400">
                <a:solidFill>
                  <a:schemeClr val="accent2"/>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28" name="Текст 37">
            <a:extLst>
              <a:ext uri="{FF2B5EF4-FFF2-40B4-BE49-F238E27FC236}">
                <a16:creationId xmlns:a16="http://schemas.microsoft.com/office/drawing/2014/main" id="{F8AE5F54-A110-4413-9E21-F12D84553B8A}"/>
              </a:ext>
            </a:extLst>
          </p:cNvPr>
          <p:cNvSpPr>
            <a:spLocks noGrp="1"/>
          </p:cNvSpPr>
          <p:nvPr>
            <p:ph type="body" sz="quarter" idx="39" hasCustomPrompt="1"/>
          </p:nvPr>
        </p:nvSpPr>
        <p:spPr>
          <a:xfrm>
            <a:off x="4818374" y="2961233"/>
            <a:ext cx="1285304" cy="506797"/>
          </a:xfrm>
          <a:prstGeom prst="rect">
            <a:avLst/>
          </a:prstGeom>
        </p:spPr>
        <p:txBody>
          <a:bodyPr anchor="t">
            <a:noAutofit/>
          </a:bodyPr>
          <a:lstStyle>
            <a:lvl1pPr marL="0" indent="0">
              <a:spcBef>
                <a:spcPts val="0"/>
              </a:spcBef>
              <a:buNone/>
              <a:defRPr sz="3600">
                <a:solidFill>
                  <a:schemeClr val="accent5"/>
                </a:solidFill>
                <a:latin typeface="Arial Black" panose="020B0A04020102020204" pitchFamily="34" charset="0"/>
              </a:defRPr>
            </a:lvl1pPr>
          </a:lstStyle>
          <a:p>
            <a:pPr lvl="0"/>
            <a:r>
              <a:rPr lang="ru-RU" dirty="0"/>
              <a:t>10%</a:t>
            </a:r>
          </a:p>
        </p:txBody>
      </p:sp>
      <p:sp>
        <p:nvSpPr>
          <p:cNvPr id="29" name="Текст 37">
            <a:extLst>
              <a:ext uri="{FF2B5EF4-FFF2-40B4-BE49-F238E27FC236}">
                <a16:creationId xmlns:a16="http://schemas.microsoft.com/office/drawing/2014/main" id="{6889906B-5F32-4AF7-9651-2FA036799352}"/>
              </a:ext>
            </a:extLst>
          </p:cNvPr>
          <p:cNvSpPr>
            <a:spLocks noGrp="1"/>
          </p:cNvSpPr>
          <p:nvPr>
            <p:ph type="body" sz="quarter" idx="40" hasCustomPrompt="1"/>
          </p:nvPr>
        </p:nvSpPr>
        <p:spPr>
          <a:xfrm>
            <a:off x="6170814" y="2967957"/>
            <a:ext cx="2325287" cy="506797"/>
          </a:xfrm>
          <a:prstGeom prst="rect">
            <a:avLst/>
          </a:prstGeom>
        </p:spPr>
        <p:txBody>
          <a:bodyPr anchor="ctr">
            <a:noAutofit/>
          </a:bodyPr>
          <a:lstStyle>
            <a:lvl1pPr marL="0" indent="0">
              <a:spcBef>
                <a:spcPts val="0"/>
              </a:spcBef>
              <a:buNone/>
              <a:defRPr sz="1400">
                <a:solidFill>
                  <a:schemeClr val="accent2"/>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30" name="Текст 5">
            <a:extLst>
              <a:ext uri="{FF2B5EF4-FFF2-40B4-BE49-F238E27FC236}">
                <a16:creationId xmlns:a16="http://schemas.microsoft.com/office/drawing/2014/main" id="{C4563E8E-CAD0-4033-80F2-1A1DAF00730A}"/>
              </a:ext>
            </a:extLst>
          </p:cNvPr>
          <p:cNvSpPr>
            <a:spLocks noGrp="1"/>
          </p:cNvSpPr>
          <p:nvPr>
            <p:ph type="body" sz="quarter" idx="41" hasCustomPrompt="1"/>
          </p:nvPr>
        </p:nvSpPr>
        <p:spPr>
          <a:xfrm>
            <a:off x="706473" y="3572728"/>
            <a:ext cx="3528722"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31" name="Текст 5">
            <a:extLst>
              <a:ext uri="{FF2B5EF4-FFF2-40B4-BE49-F238E27FC236}">
                <a16:creationId xmlns:a16="http://schemas.microsoft.com/office/drawing/2014/main" id="{DCAD2BDB-94F6-414F-A9F0-50F1D73413F6}"/>
              </a:ext>
            </a:extLst>
          </p:cNvPr>
          <p:cNvSpPr>
            <a:spLocks noGrp="1"/>
          </p:cNvSpPr>
          <p:nvPr>
            <p:ph type="body" sz="quarter" idx="42" hasCustomPrompt="1"/>
          </p:nvPr>
        </p:nvSpPr>
        <p:spPr>
          <a:xfrm>
            <a:off x="4833993" y="3572728"/>
            <a:ext cx="3528722"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Tree>
    <p:extLst>
      <p:ext uri="{BB962C8B-B14F-4D97-AF65-F5344CB8AC3E}">
        <p14:creationId xmlns:p14="http://schemas.microsoft.com/office/powerpoint/2010/main" val="3540853679"/>
      </p:ext>
    </p:extLst>
  </p:cSld>
  <p:clrMapOvr>
    <a:masterClrMapping/>
  </p:clrMapOvr>
  <p:transition spd="slow">
    <p:fade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Диаграмма.1">
    <p:bg>
      <p:bgPr>
        <a:gradFill>
          <a:gsLst>
            <a:gs pos="25000">
              <a:schemeClr val="bg2"/>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9" name="Диаграмма 8">
            <a:extLst>
              <a:ext uri="{FF2B5EF4-FFF2-40B4-BE49-F238E27FC236}">
                <a16:creationId xmlns:a16="http://schemas.microsoft.com/office/drawing/2014/main" id="{24E67247-DBB9-46DF-A3D9-FEC4EE15383C}"/>
              </a:ext>
            </a:extLst>
          </p:cNvPr>
          <p:cNvSpPr>
            <a:spLocks noGrp="1"/>
          </p:cNvSpPr>
          <p:nvPr>
            <p:ph type="chart" sz="quarter" idx="10"/>
          </p:nvPr>
        </p:nvSpPr>
        <p:spPr>
          <a:xfrm>
            <a:off x="555236" y="1398721"/>
            <a:ext cx="3386674" cy="3104122"/>
          </a:xfrm>
          <a:prstGeom prst="rect">
            <a:avLst/>
          </a:prstGeom>
        </p:spPr>
        <p:txBody>
          <a:bodyPr/>
          <a:lstStyle>
            <a:lvl1pPr marL="0" indent="0">
              <a:buNone/>
              <a:defRPr sz="1200">
                <a:solidFill>
                  <a:schemeClr val="bg1"/>
                </a:solidFill>
              </a:defRPr>
            </a:lvl1pPr>
          </a:lstStyle>
          <a:p>
            <a:endParaRPr lang="ru-RU" dirty="0"/>
          </a:p>
        </p:txBody>
      </p:sp>
      <p:sp>
        <p:nvSpPr>
          <p:cNvPr id="22" name="Текст 37">
            <a:extLst>
              <a:ext uri="{FF2B5EF4-FFF2-40B4-BE49-F238E27FC236}">
                <a16:creationId xmlns:a16="http://schemas.microsoft.com/office/drawing/2014/main" id="{1196ED0A-439F-483A-A87D-D0F4E82C356B}"/>
              </a:ext>
            </a:extLst>
          </p:cNvPr>
          <p:cNvSpPr>
            <a:spLocks noGrp="1"/>
          </p:cNvSpPr>
          <p:nvPr>
            <p:ph type="body" sz="quarter" idx="13" hasCustomPrompt="1"/>
          </p:nvPr>
        </p:nvSpPr>
        <p:spPr>
          <a:xfrm>
            <a:off x="5336849" y="1406632"/>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23" name="Текст 5">
            <a:extLst>
              <a:ext uri="{FF2B5EF4-FFF2-40B4-BE49-F238E27FC236}">
                <a16:creationId xmlns:a16="http://schemas.microsoft.com/office/drawing/2014/main" id="{EF25DD81-6C18-4394-A527-C6C59BF16F16}"/>
              </a:ext>
            </a:extLst>
          </p:cNvPr>
          <p:cNvSpPr>
            <a:spLocks noGrp="1"/>
          </p:cNvSpPr>
          <p:nvPr>
            <p:ph type="body" sz="quarter" idx="26" hasCustomPrompt="1"/>
          </p:nvPr>
        </p:nvSpPr>
        <p:spPr>
          <a:xfrm>
            <a:off x="5336849" y="1749746"/>
            <a:ext cx="2585390" cy="568645"/>
          </a:xfrm>
          <a:prstGeom prst="rect">
            <a:avLst/>
          </a:prstGeom>
        </p:spPr>
        <p:txBody>
          <a:bodyPr/>
          <a:lstStyle>
            <a:lvl1pPr marL="0" indent="0">
              <a:buFont typeface="Arial" panose="020B0604020202020204" pitchFamily="34" charset="0"/>
              <a:buNone/>
              <a:defRPr sz="1050">
                <a:solidFill>
                  <a:schemeClr val="bg1"/>
                </a:solidFill>
              </a:defRPr>
            </a:lvl1pPr>
          </a:lstStyle>
          <a:p>
            <a:pPr lvl="0"/>
            <a:r>
              <a:rPr lang="en-US" dirty="0"/>
              <a:t>On the other hand, we denounce with righteous indignation and dislike men</a:t>
            </a:r>
            <a:endParaRPr lang="ru-RU" dirty="0"/>
          </a:p>
        </p:txBody>
      </p:sp>
      <p:sp>
        <p:nvSpPr>
          <p:cNvPr id="24" name="Текст 37">
            <a:extLst>
              <a:ext uri="{FF2B5EF4-FFF2-40B4-BE49-F238E27FC236}">
                <a16:creationId xmlns:a16="http://schemas.microsoft.com/office/drawing/2014/main" id="{65F0EDBD-9130-489E-ABC5-534562B8CA17}"/>
              </a:ext>
            </a:extLst>
          </p:cNvPr>
          <p:cNvSpPr>
            <a:spLocks noGrp="1"/>
          </p:cNvSpPr>
          <p:nvPr>
            <p:ph type="body" sz="quarter" idx="27" hasCustomPrompt="1"/>
          </p:nvPr>
        </p:nvSpPr>
        <p:spPr>
          <a:xfrm>
            <a:off x="5336849" y="2515854"/>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ДВА</a:t>
            </a:r>
          </a:p>
        </p:txBody>
      </p:sp>
      <p:sp>
        <p:nvSpPr>
          <p:cNvPr id="35" name="Текст 5">
            <a:extLst>
              <a:ext uri="{FF2B5EF4-FFF2-40B4-BE49-F238E27FC236}">
                <a16:creationId xmlns:a16="http://schemas.microsoft.com/office/drawing/2014/main" id="{022A5DA8-7C4E-4B05-BA20-BACF7F981C36}"/>
              </a:ext>
            </a:extLst>
          </p:cNvPr>
          <p:cNvSpPr>
            <a:spLocks noGrp="1"/>
          </p:cNvSpPr>
          <p:nvPr>
            <p:ph type="body" sz="quarter" idx="28" hasCustomPrompt="1"/>
          </p:nvPr>
        </p:nvSpPr>
        <p:spPr>
          <a:xfrm>
            <a:off x="5336849" y="2858968"/>
            <a:ext cx="2585390" cy="568645"/>
          </a:xfrm>
          <a:prstGeom prst="rect">
            <a:avLst/>
          </a:prstGeom>
        </p:spPr>
        <p:txBody>
          <a:bodyPr/>
          <a:lstStyle>
            <a:lvl1pPr marL="0" indent="0">
              <a:buFont typeface="Arial" panose="020B0604020202020204" pitchFamily="34" charset="0"/>
              <a:buNone/>
              <a:defRPr sz="1050">
                <a:solidFill>
                  <a:schemeClr val="bg1"/>
                </a:solidFill>
              </a:defRPr>
            </a:lvl1pPr>
          </a:lstStyle>
          <a:p>
            <a:pPr lvl="0"/>
            <a:r>
              <a:rPr lang="en-US" dirty="0"/>
              <a:t>On the other hand, we denounce with righteous indignation and dislike men</a:t>
            </a:r>
            <a:endParaRPr lang="ru-RU" dirty="0"/>
          </a:p>
        </p:txBody>
      </p:sp>
      <p:sp>
        <p:nvSpPr>
          <p:cNvPr id="11" name="Овал 10">
            <a:extLst>
              <a:ext uri="{FF2B5EF4-FFF2-40B4-BE49-F238E27FC236}">
                <a16:creationId xmlns:a16="http://schemas.microsoft.com/office/drawing/2014/main" id="{C68D56A9-59EF-4778-B72E-BC5449BC2758}"/>
              </a:ext>
            </a:extLst>
          </p:cNvPr>
          <p:cNvSpPr/>
          <p:nvPr userDrawn="1"/>
        </p:nvSpPr>
        <p:spPr>
          <a:xfrm>
            <a:off x="4687260" y="1391037"/>
            <a:ext cx="568645" cy="568645"/>
          </a:xfrm>
          <a:prstGeom prst="ellipse">
            <a:avLst/>
          </a:prstGeom>
          <a:solidFill>
            <a:schemeClr val="accent5"/>
          </a:solidFill>
          <a:ln>
            <a:noFill/>
          </a:ln>
          <a:effectLst>
            <a:outerShdw blurRad="850900" dist="38100" dir="21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Овал 35">
            <a:extLst>
              <a:ext uri="{FF2B5EF4-FFF2-40B4-BE49-F238E27FC236}">
                <a16:creationId xmlns:a16="http://schemas.microsoft.com/office/drawing/2014/main" id="{569FFC20-4807-4713-BB8C-3FD87465A01D}"/>
              </a:ext>
            </a:extLst>
          </p:cNvPr>
          <p:cNvSpPr/>
          <p:nvPr userDrawn="1"/>
        </p:nvSpPr>
        <p:spPr>
          <a:xfrm>
            <a:off x="4687259" y="2500486"/>
            <a:ext cx="568645" cy="568645"/>
          </a:xfrm>
          <a:prstGeom prst="ellipse">
            <a:avLst/>
          </a:prstGeom>
          <a:solidFill>
            <a:schemeClr val="accent2"/>
          </a:solidFill>
          <a:ln>
            <a:noFill/>
          </a:ln>
          <a:effectLst>
            <a:outerShdw blurRad="850900" dist="38100" dir="21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Текст 5">
            <a:extLst>
              <a:ext uri="{FF2B5EF4-FFF2-40B4-BE49-F238E27FC236}">
                <a16:creationId xmlns:a16="http://schemas.microsoft.com/office/drawing/2014/main" id="{CB01C745-B09D-4300-809F-BC059CAE5A13}"/>
              </a:ext>
            </a:extLst>
          </p:cNvPr>
          <p:cNvSpPr>
            <a:spLocks noGrp="1"/>
          </p:cNvSpPr>
          <p:nvPr>
            <p:ph type="body" sz="quarter" idx="25" hasCustomPrompt="1"/>
          </p:nvPr>
        </p:nvSpPr>
        <p:spPr>
          <a:xfrm>
            <a:off x="4727253" y="3921190"/>
            <a:ext cx="3753935" cy="896681"/>
          </a:xfrm>
          <a:prstGeom prst="rect">
            <a:avLst/>
          </a:prstGeom>
        </p:spPr>
        <p:txBody>
          <a:bodyPr/>
          <a:lstStyle>
            <a:lvl1pPr marL="0" indent="0">
              <a:buNone/>
              <a:defRPr sz="1050">
                <a:solidFill>
                  <a:schemeClr val="bg1"/>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40" name="Текст 37">
            <a:extLst>
              <a:ext uri="{FF2B5EF4-FFF2-40B4-BE49-F238E27FC236}">
                <a16:creationId xmlns:a16="http://schemas.microsoft.com/office/drawing/2014/main" id="{9DE8106A-94E5-49B6-9FE5-EAC5A7531ABC}"/>
              </a:ext>
            </a:extLst>
          </p:cNvPr>
          <p:cNvSpPr>
            <a:spLocks noGrp="1"/>
          </p:cNvSpPr>
          <p:nvPr>
            <p:ph type="body" sz="quarter" idx="31" hasCustomPrompt="1"/>
          </p:nvPr>
        </p:nvSpPr>
        <p:spPr>
          <a:xfrm>
            <a:off x="4727253" y="3584385"/>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ВЫВОД</a:t>
            </a:r>
          </a:p>
        </p:txBody>
      </p:sp>
      <p:sp>
        <p:nvSpPr>
          <p:cNvPr id="4" name="Заголовок 3">
            <a:extLst>
              <a:ext uri="{FF2B5EF4-FFF2-40B4-BE49-F238E27FC236}">
                <a16:creationId xmlns:a16="http://schemas.microsoft.com/office/drawing/2014/main" id="{1453C4CA-06CC-4AE7-8DF3-73AFEA141EC9}"/>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88C97761-3206-4EC5-89E6-FE192B12204F}"/>
              </a:ext>
            </a:extLst>
          </p:cNvPr>
          <p:cNvSpPr>
            <a:spLocks noGrp="1"/>
          </p:cNvSpPr>
          <p:nvPr>
            <p:ph type="dt" sz="half" idx="32"/>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AD83904-4868-4D6A-A16B-839E06D37B2E}"/>
              </a:ext>
            </a:extLst>
          </p:cNvPr>
          <p:cNvSpPr>
            <a:spLocks noGrp="1"/>
          </p:cNvSpPr>
          <p:nvPr>
            <p:ph type="sldNum" sz="quarter" idx="33"/>
          </p:nvPr>
        </p:nvSpPr>
        <p:spPr/>
        <p:txBody>
          <a:bodyPr/>
          <a:lstStyle/>
          <a:p>
            <a:fld id="{03D1A0BF-D385-4A72-B24F-35C80431A2AC}" type="slidenum">
              <a:rPr lang="ru-RU" smtClean="0"/>
              <a:pPr/>
              <a:t>‹#›</a:t>
            </a:fld>
            <a:endParaRPr lang="ru-RU"/>
          </a:p>
        </p:txBody>
      </p:sp>
    </p:spTree>
    <p:extLst>
      <p:ext uri="{BB962C8B-B14F-4D97-AF65-F5344CB8AC3E}">
        <p14:creationId xmlns:p14="http://schemas.microsoft.com/office/powerpoint/2010/main" val="351730792"/>
      </p:ext>
    </p:extLst>
  </p:cSld>
  <p:clrMapOvr>
    <a:masterClrMapping/>
  </p:clrMapOvr>
  <p:transition spd="slow">
    <p:fade thruBlk="1"/>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Диаграмма.2">
    <p:bg>
      <p:bgPr>
        <a:gradFill flip="none" rotWithShape="1">
          <a:gsLst>
            <a:gs pos="25000">
              <a:schemeClr val="bg2"/>
            </a:gs>
            <a:gs pos="100000">
              <a:schemeClr val="tx1">
                <a:lumMod val="50000"/>
              </a:schemeClr>
            </a:gs>
          </a:gsLst>
          <a:lin ang="8100000" scaled="1"/>
          <a:tileRect/>
        </a:gradFill>
        <a:effectLst/>
      </p:bgPr>
    </p:bg>
    <p:spTree>
      <p:nvGrpSpPr>
        <p:cNvPr id="1" name=""/>
        <p:cNvGrpSpPr/>
        <p:nvPr/>
      </p:nvGrpSpPr>
      <p:grpSpPr>
        <a:xfrm>
          <a:off x="0" y="0"/>
          <a:ext cx="0" cy="0"/>
          <a:chOff x="0" y="0"/>
          <a:chExt cx="0" cy="0"/>
        </a:xfrm>
      </p:grpSpPr>
      <p:sp>
        <p:nvSpPr>
          <p:cNvPr id="9" name="Диаграмма 8">
            <a:extLst>
              <a:ext uri="{FF2B5EF4-FFF2-40B4-BE49-F238E27FC236}">
                <a16:creationId xmlns:a16="http://schemas.microsoft.com/office/drawing/2014/main" id="{24E67247-DBB9-46DF-A3D9-FEC4EE15383C}"/>
              </a:ext>
            </a:extLst>
          </p:cNvPr>
          <p:cNvSpPr>
            <a:spLocks noGrp="1"/>
          </p:cNvSpPr>
          <p:nvPr>
            <p:ph type="chart" sz="quarter" idx="10"/>
          </p:nvPr>
        </p:nvSpPr>
        <p:spPr>
          <a:xfrm>
            <a:off x="555236" y="1398721"/>
            <a:ext cx="3386674" cy="3104122"/>
          </a:xfrm>
          <a:prstGeom prst="rect">
            <a:avLst/>
          </a:prstGeom>
        </p:spPr>
        <p:txBody>
          <a:bodyPr/>
          <a:lstStyle>
            <a:lvl1pPr marL="0" indent="0">
              <a:buNone/>
              <a:defRPr sz="1200">
                <a:solidFill>
                  <a:schemeClr val="bg1"/>
                </a:solidFill>
              </a:defRPr>
            </a:lvl1pPr>
          </a:lstStyle>
          <a:p>
            <a:endParaRPr lang="ru-RU" dirty="0"/>
          </a:p>
        </p:txBody>
      </p:sp>
      <p:sp>
        <p:nvSpPr>
          <p:cNvPr id="22" name="Текст 37">
            <a:extLst>
              <a:ext uri="{FF2B5EF4-FFF2-40B4-BE49-F238E27FC236}">
                <a16:creationId xmlns:a16="http://schemas.microsoft.com/office/drawing/2014/main" id="{1196ED0A-439F-483A-A87D-D0F4E82C356B}"/>
              </a:ext>
            </a:extLst>
          </p:cNvPr>
          <p:cNvSpPr>
            <a:spLocks noGrp="1"/>
          </p:cNvSpPr>
          <p:nvPr>
            <p:ph type="body" sz="quarter" idx="13" hasCustomPrompt="1"/>
          </p:nvPr>
        </p:nvSpPr>
        <p:spPr>
          <a:xfrm>
            <a:off x="5336849" y="967409"/>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23" name="Текст 5">
            <a:extLst>
              <a:ext uri="{FF2B5EF4-FFF2-40B4-BE49-F238E27FC236}">
                <a16:creationId xmlns:a16="http://schemas.microsoft.com/office/drawing/2014/main" id="{EF25DD81-6C18-4394-A527-C6C59BF16F16}"/>
              </a:ext>
            </a:extLst>
          </p:cNvPr>
          <p:cNvSpPr>
            <a:spLocks noGrp="1"/>
          </p:cNvSpPr>
          <p:nvPr>
            <p:ph type="body" sz="quarter" idx="26" hasCustomPrompt="1"/>
          </p:nvPr>
        </p:nvSpPr>
        <p:spPr>
          <a:xfrm>
            <a:off x="5336849" y="1310524"/>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 name="Заголовок 3">
            <a:extLst>
              <a:ext uri="{FF2B5EF4-FFF2-40B4-BE49-F238E27FC236}">
                <a16:creationId xmlns:a16="http://schemas.microsoft.com/office/drawing/2014/main" id="{1453C4CA-06CC-4AE7-8DF3-73AFEA141EC9}"/>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88C97761-3206-4EC5-89E6-FE192B12204F}"/>
              </a:ext>
            </a:extLst>
          </p:cNvPr>
          <p:cNvSpPr>
            <a:spLocks noGrp="1"/>
          </p:cNvSpPr>
          <p:nvPr>
            <p:ph type="dt" sz="half" idx="32"/>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AD83904-4868-4D6A-A16B-839E06D37B2E}"/>
              </a:ext>
            </a:extLst>
          </p:cNvPr>
          <p:cNvSpPr>
            <a:spLocks noGrp="1"/>
          </p:cNvSpPr>
          <p:nvPr>
            <p:ph type="sldNum" sz="quarter" idx="33"/>
          </p:nvPr>
        </p:nvSpPr>
        <p:spPr/>
        <p:txBody>
          <a:bodyPr/>
          <a:lstStyle/>
          <a:p>
            <a:fld id="{03D1A0BF-D385-4A72-B24F-35C80431A2AC}" type="slidenum">
              <a:rPr lang="ru-RU" smtClean="0"/>
              <a:pPr/>
              <a:t>‹#›</a:t>
            </a:fld>
            <a:endParaRPr lang="ru-RU"/>
          </a:p>
        </p:txBody>
      </p:sp>
      <p:sp>
        <p:nvSpPr>
          <p:cNvPr id="37" name="Текст 5">
            <a:extLst>
              <a:ext uri="{FF2B5EF4-FFF2-40B4-BE49-F238E27FC236}">
                <a16:creationId xmlns:a16="http://schemas.microsoft.com/office/drawing/2014/main" id="{7D8AA6D7-846D-485F-ADF8-D543CB998380}"/>
              </a:ext>
            </a:extLst>
          </p:cNvPr>
          <p:cNvSpPr>
            <a:spLocks noGrp="1"/>
          </p:cNvSpPr>
          <p:nvPr>
            <p:ph type="body" sz="quarter" idx="34" hasCustomPrompt="1"/>
          </p:nvPr>
        </p:nvSpPr>
        <p:spPr>
          <a:xfrm>
            <a:off x="6842509" y="1310523"/>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38" name="Текст 37">
            <a:extLst>
              <a:ext uri="{FF2B5EF4-FFF2-40B4-BE49-F238E27FC236}">
                <a16:creationId xmlns:a16="http://schemas.microsoft.com/office/drawing/2014/main" id="{A6E79B51-2E91-47BC-A45C-2E0CB8F78856}"/>
              </a:ext>
            </a:extLst>
          </p:cNvPr>
          <p:cNvSpPr>
            <a:spLocks noGrp="1"/>
          </p:cNvSpPr>
          <p:nvPr>
            <p:ph type="body" sz="quarter" idx="35" hasCustomPrompt="1"/>
          </p:nvPr>
        </p:nvSpPr>
        <p:spPr>
          <a:xfrm>
            <a:off x="5336849" y="1677660"/>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41" name="Текст 5">
            <a:extLst>
              <a:ext uri="{FF2B5EF4-FFF2-40B4-BE49-F238E27FC236}">
                <a16:creationId xmlns:a16="http://schemas.microsoft.com/office/drawing/2014/main" id="{3EF4CA41-393E-4916-85C0-6D975940719D}"/>
              </a:ext>
            </a:extLst>
          </p:cNvPr>
          <p:cNvSpPr>
            <a:spLocks noGrp="1"/>
          </p:cNvSpPr>
          <p:nvPr>
            <p:ph type="body" sz="quarter" idx="36" hasCustomPrompt="1"/>
          </p:nvPr>
        </p:nvSpPr>
        <p:spPr>
          <a:xfrm>
            <a:off x="5336849" y="2027214"/>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2" name="Текст 5">
            <a:extLst>
              <a:ext uri="{FF2B5EF4-FFF2-40B4-BE49-F238E27FC236}">
                <a16:creationId xmlns:a16="http://schemas.microsoft.com/office/drawing/2014/main" id="{84DED09A-D7F3-477E-B1B1-69E2E052BAC8}"/>
              </a:ext>
            </a:extLst>
          </p:cNvPr>
          <p:cNvSpPr>
            <a:spLocks noGrp="1"/>
          </p:cNvSpPr>
          <p:nvPr>
            <p:ph type="body" sz="quarter" idx="37" hasCustomPrompt="1"/>
          </p:nvPr>
        </p:nvSpPr>
        <p:spPr>
          <a:xfrm>
            <a:off x="6842509" y="2027213"/>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43" name="Текст 37">
            <a:extLst>
              <a:ext uri="{FF2B5EF4-FFF2-40B4-BE49-F238E27FC236}">
                <a16:creationId xmlns:a16="http://schemas.microsoft.com/office/drawing/2014/main" id="{6ECC718A-CF56-46C1-A6E0-5AC92032F835}"/>
              </a:ext>
            </a:extLst>
          </p:cNvPr>
          <p:cNvSpPr>
            <a:spLocks noGrp="1"/>
          </p:cNvSpPr>
          <p:nvPr>
            <p:ph type="body" sz="quarter" idx="38" hasCustomPrompt="1"/>
          </p:nvPr>
        </p:nvSpPr>
        <p:spPr>
          <a:xfrm>
            <a:off x="5336849" y="2429219"/>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44" name="Текст 5">
            <a:extLst>
              <a:ext uri="{FF2B5EF4-FFF2-40B4-BE49-F238E27FC236}">
                <a16:creationId xmlns:a16="http://schemas.microsoft.com/office/drawing/2014/main" id="{96A86C6B-D446-43C8-BE3C-2900ECC71FD3}"/>
              </a:ext>
            </a:extLst>
          </p:cNvPr>
          <p:cNvSpPr>
            <a:spLocks noGrp="1"/>
          </p:cNvSpPr>
          <p:nvPr>
            <p:ph type="body" sz="quarter" idx="39" hasCustomPrompt="1"/>
          </p:nvPr>
        </p:nvSpPr>
        <p:spPr>
          <a:xfrm>
            <a:off x="5336849" y="2772334"/>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5" name="Текст 5">
            <a:extLst>
              <a:ext uri="{FF2B5EF4-FFF2-40B4-BE49-F238E27FC236}">
                <a16:creationId xmlns:a16="http://schemas.microsoft.com/office/drawing/2014/main" id="{82BF25B0-8A05-439A-8D1F-E70D7A9C7128}"/>
              </a:ext>
            </a:extLst>
          </p:cNvPr>
          <p:cNvSpPr>
            <a:spLocks noGrp="1"/>
          </p:cNvSpPr>
          <p:nvPr>
            <p:ph type="body" sz="quarter" idx="40" hasCustomPrompt="1"/>
          </p:nvPr>
        </p:nvSpPr>
        <p:spPr>
          <a:xfrm>
            <a:off x="6842509" y="2772333"/>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46" name="Текст 37">
            <a:extLst>
              <a:ext uri="{FF2B5EF4-FFF2-40B4-BE49-F238E27FC236}">
                <a16:creationId xmlns:a16="http://schemas.microsoft.com/office/drawing/2014/main" id="{83F829FB-0701-44CB-BF28-733EEB3F4CDA}"/>
              </a:ext>
            </a:extLst>
          </p:cNvPr>
          <p:cNvSpPr>
            <a:spLocks noGrp="1"/>
          </p:cNvSpPr>
          <p:nvPr>
            <p:ph type="body" sz="quarter" idx="41" hasCustomPrompt="1"/>
          </p:nvPr>
        </p:nvSpPr>
        <p:spPr>
          <a:xfrm>
            <a:off x="5336849" y="3199148"/>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47" name="Текст 5">
            <a:extLst>
              <a:ext uri="{FF2B5EF4-FFF2-40B4-BE49-F238E27FC236}">
                <a16:creationId xmlns:a16="http://schemas.microsoft.com/office/drawing/2014/main" id="{EE718B9F-94AB-4C56-AFF7-930C6228ECAE}"/>
              </a:ext>
            </a:extLst>
          </p:cNvPr>
          <p:cNvSpPr>
            <a:spLocks noGrp="1"/>
          </p:cNvSpPr>
          <p:nvPr>
            <p:ph type="body" sz="quarter" idx="42" hasCustomPrompt="1"/>
          </p:nvPr>
        </p:nvSpPr>
        <p:spPr>
          <a:xfrm>
            <a:off x="5336849" y="3542263"/>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8" name="Текст 5">
            <a:extLst>
              <a:ext uri="{FF2B5EF4-FFF2-40B4-BE49-F238E27FC236}">
                <a16:creationId xmlns:a16="http://schemas.microsoft.com/office/drawing/2014/main" id="{D89E23FA-01FC-4EB3-8CD9-8C1AAE9432BF}"/>
              </a:ext>
            </a:extLst>
          </p:cNvPr>
          <p:cNvSpPr>
            <a:spLocks noGrp="1"/>
          </p:cNvSpPr>
          <p:nvPr>
            <p:ph type="body" sz="quarter" idx="43" hasCustomPrompt="1"/>
          </p:nvPr>
        </p:nvSpPr>
        <p:spPr>
          <a:xfrm>
            <a:off x="6842509" y="3542262"/>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49" name="Текст 37">
            <a:extLst>
              <a:ext uri="{FF2B5EF4-FFF2-40B4-BE49-F238E27FC236}">
                <a16:creationId xmlns:a16="http://schemas.microsoft.com/office/drawing/2014/main" id="{B1AAFA2F-94D7-4A57-B05A-1AC17B25FAB5}"/>
              </a:ext>
            </a:extLst>
          </p:cNvPr>
          <p:cNvSpPr>
            <a:spLocks noGrp="1"/>
          </p:cNvSpPr>
          <p:nvPr>
            <p:ph type="body" sz="quarter" idx="44" hasCustomPrompt="1"/>
          </p:nvPr>
        </p:nvSpPr>
        <p:spPr>
          <a:xfrm>
            <a:off x="5336849" y="3916122"/>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50" name="Текст 5">
            <a:extLst>
              <a:ext uri="{FF2B5EF4-FFF2-40B4-BE49-F238E27FC236}">
                <a16:creationId xmlns:a16="http://schemas.microsoft.com/office/drawing/2014/main" id="{1A0FFDC4-4A56-40CB-BF3E-F44E87E690EF}"/>
              </a:ext>
            </a:extLst>
          </p:cNvPr>
          <p:cNvSpPr>
            <a:spLocks noGrp="1"/>
          </p:cNvSpPr>
          <p:nvPr>
            <p:ph type="body" sz="quarter" idx="45" hasCustomPrompt="1"/>
          </p:nvPr>
        </p:nvSpPr>
        <p:spPr>
          <a:xfrm>
            <a:off x="5336849" y="4259237"/>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51" name="Текст 5">
            <a:extLst>
              <a:ext uri="{FF2B5EF4-FFF2-40B4-BE49-F238E27FC236}">
                <a16:creationId xmlns:a16="http://schemas.microsoft.com/office/drawing/2014/main" id="{324D9F52-5E9C-4F51-B177-6539824F198D}"/>
              </a:ext>
            </a:extLst>
          </p:cNvPr>
          <p:cNvSpPr>
            <a:spLocks noGrp="1"/>
          </p:cNvSpPr>
          <p:nvPr>
            <p:ph type="body" sz="quarter" idx="46" hasCustomPrompt="1"/>
          </p:nvPr>
        </p:nvSpPr>
        <p:spPr>
          <a:xfrm>
            <a:off x="6842509" y="4259236"/>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27" name="Овал 26">
            <a:extLst>
              <a:ext uri="{FF2B5EF4-FFF2-40B4-BE49-F238E27FC236}">
                <a16:creationId xmlns:a16="http://schemas.microsoft.com/office/drawing/2014/main" id="{E77C5E92-A4C6-4FE2-84D0-D96434B7447F}"/>
              </a:ext>
            </a:extLst>
          </p:cNvPr>
          <p:cNvSpPr/>
          <p:nvPr userDrawn="1"/>
        </p:nvSpPr>
        <p:spPr>
          <a:xfrm>
            <a:off x="4526936" y="981543"/>
            <a:ext cx="517411" cy="51741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8" name="Овал 27">
            <a:extLst>
              <a:ext uri="{FF2B5EF4-FFF2-40B4-BE49-F238E27FC236}">
                <a16:creationId xmlns:a16="http://schemas.microsoft.com/office/drawing/2014/main" id="{6820528E-2ADE-4803-87D8-894B7650D836}"/>
              </a:ext>
            </a:extLst>
          </p:cNvPr>
          <p:cNvSpPr/>
          <p:nvPr userDrawn="1"/>
        </p:nvSpPr>
        <p:spPr>
          <a:xfrm>
            <a:off x="4526936" y="1750357"/>
            <a:ext cx="517411" cy="5174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Овал 28">
            <a:extLst>
              <a:ext uri="{FF2B5EF4-FFF2-40B4-BE49-F238E27FC236}">
                <a16:creationId xmlns:a16="http://schemas.microsoft.com/office/drawing/2014/main" id="{727BE7B5-C544-4E33-9744-B48782AC54CE}"/>
              </a:ext>
            </a:extLst>
          </p:cNvPr>
          <p:cNvSpPr/>
          <p:nvPr userDrawn="1"/>
        </p:nvSpPr>
        <p:spPr>
          <a:xfrm>
            <a:off x="4526936" y="2493123"/>
            <a:ext cx="517411" cy="51741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Овал 29">
            <a:extLst>
              <a:ext uri="{FF2B5EF4-FFF2-40B4-BE49-F238E27FC236}">
                <a16:creationId xmlns:a16="http://schemas.microsoft.com/office/drawing/2014/main" id="{A1A21E47-B3DF-4C56-89C4-9489C0BA45F4}"/>
              </a:ext>
            </a:extLst>
          </p:cNvPr>
          <p:cNvSpPr/>
          <p:nvPr userDrawn="1"/>
        </p:nvSpPr>
        <p:spPr>
          <a:xfrm>
            <a:off x="4526936" y="3275988"/>
            <a:ext cx="517411" cy="5174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1" name="Овал 30">
            <a:extLst>
              <a:ext uri="{FF2B5EF4-FFF2-40B4-BE49-F238E27FC236}">
                <a16:creationId xmlns:a16="http://schemas.microsoft.com/office/drawing/2014/main" id="{FCC72D3D-822A-4D06-B522-BF444D223DBD}"/>
              </a:ext>
            </a:extLst>
          </p:cNvPr>
          <p:cNvSpPr/>
          <p:nvPr userDrawn="1"/>
        </p:nvSpPr>
        <p:spPr>
          <a:xfrm>
            <a:off x="4526936" y="4031463"/>
            <a:ext cx="517411" cy="51741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362274744"/>
      </p:ext>
    </p:extLst>
  </p:cSld>
  <p:clrMapOvr>
    <a:masterClrMapping/>
  </p:clrMapOvr>
  <p:transition spd="slow">
    <p:fade thruBlk="1"/>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Диаграмма.3">
    <p:bg>
      <p:bgPr>
        <a:gradFill flip="none" rotWithShape="1">
          <a:gsLst>
            <a:gs pos="25000">
              <a:schemeClr val="bg2"/>
            </a:gs>
            <a:gs pos="100000">
              <a:schemeClr val="tx1">
                <a:lumMod val="50000"/>
              </a:schemeClr>
            </a:gs>
          </a:gsLst>
          <a:lin ang="8100000" scaled="1"/>
          <a:tileRect/>
        </a:gradFill>
        <a:effectLst/>
      </p:bgPr>
    </p:bg>
    <p:spTree>
      <p:nvGrpSpPr>
        <p:cNvPr id="1" name=""/>
        <p:cNvGrpSpPr/>
        <p:nvPr/>
      </p:nvGrpSpPr>
      <p:grpSpPr>
        <a:xfrm>
          <a:off x="0" y="0"/>
          <a:ext cx="0" cy="0"/>
          <a:chOff x="0" y="0"/>
          <a:chExt cx="0" cy="0"/>
        </a:xfrm>
      </p:grpSpPr>
      <p:sp>
        <p:nvSpPr>
          <p:cNvPr id="9" name="Диаграмма 8">
            <a:extLst>
              <a:ext uri="{FF2B5EF4-FFF2-40B4-BE49-F238E27FC236}">
                <a16:creationId xmlns:a16="http://schemas.microsoft.com/office/drawing/2014/main" id="{24E67247-DBB9-46DF-A3D9-FEC4EE15383C}"/>
              </a:ext>
            </a:extLst>
          </p:cNvPr>
          <p:cNvSpPr>
            <a:spLocks noGrp="1"/>
          </p:cNvSpPr>
          <p:nvPr>
            <p:ph type="chart" sz="quarter" idx="10"/>
          </p:nvPr>
        </p:nvSpPr>
        <p:spPr>
          <a:xfrm>
            <a:off x="555236" y="1398721"/>
            <a:ext cx="3386674" cy="3104122"/>
          </a:xfrm>
          <a:prstGeom prst="rect">
            <a:avLst/>
          </a:prstGeom>
        </p:spPr>
        <p:txBody>
          <a:bodyPr/>
          <a:lstStyle>
            <a:lvl1pPr marL="0" indent="0">
              <a:buNone/>
              <a:defRPr sz="1200">
                <a:solidFill>
                  <a:schemeClr val="bg1"/>
                </a:solidFill>
              </a:defRPr>
            </a:lvl1pPr>
          </a:lstStyle>
          <a:p>
            <a:endParaRPr lang="ru-RU" dirty="0"/>
          </a:p>
        </p:txBody>
      </p:sp>
      <p:sp>
        <p:nvSpPr>
          <p:cNvPr id="22" name="Текст 37">
            <a:extLst>
              <a:ext uri="{FF2B5EF4-FFF2-40B4-BE49-F238E27FC236}">
                <a16:creationId xmlns:a16="http://schemas.microsoft.com/office/drawing/2014/main" id="{1196ED0A-439F-483A-A87D-D0F4E82C356B}"/>
              </a:ext>
            </a:extLst>
          </p:cNvPr>
          <p:cNvSpPr>
            <a:spLocks noGrp="1"/>
          </p:cNvSpPr>
          <p:nvPr>
            <p:ph type="body" sz="quarter" idx="13" hasCustomPrompt="1"/>
          </p:nvPr>
        </p:nvSpPr>
        <p:spPr>
          <a:xfrm>
            <a:off x="5401778" y="1736815"/>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23" name="Текст 5">
            <a:extLst>
              <a:ext uri="{FF2B5EF4-FFF2-40B4-BE49-F238E27FC236}">
                <a16:creationId xmlns:a16="http://schemas.microsoft.com/office/drawing/2014/main" id="{EF25DD81-6C18-4394-A527-C6C59BF16F16}"/>
              </a:ext>
            </a:extLst>
          </p:cNvPr>
          <p:cNvSpPr>
            <a:spLocks noGrp="1"/>
          </p:cNvSpPr>
          <p:nvPr>
            <p:ph type="body" sz="quarter" idx="26" hasCustomPrompt="1"/>
          </p:nvPr>
        </p:nvSpPr>
        <p:spPr>
          <a:xfrm>
            <a:off x="5401778" y="2079930"/>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 name="Заголовок 3">
            <a:extLst>
              <a:ext uri="{FF2B5EF4-FFF2-40B4-BE49-F238E27FC236}">
                <a16:creationId xmlns:a16="http://schemas.microsoft.com/office/drawing/2014/main" id="{1453C4CA-06CC-4AE7-8DF3-73AFEA141EC9}"/>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88C97761-3206-4EC5-89E6-FE192B12204F}"/>
              </a:ext>
            </a:extLst>
          </p:cNvPr>
          <p:cNvSpPr>
            <a:spLocks noGrp="1"/>
          </p:cNvSpPr>
          <p:nvPr>
            <p:ph type="dt" sz="half" idx="32"/>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AD83904-4868-4D6A-A16B-839E06D37B2E}"/>
              </a:ext>
            </a:extLst>
          </p:cNvPr>
          <p:cNvSpPr>
            <a:spLocks noGrp="1"/>
          </p:cNvSpPr>
          <p:nvPr>
            <p:ph type="sldNum" sz="quarter" idx="33"/>
          </p:nvPr>
        </p:nvSpPr>
        <p:spPr/>
        <p:txBody>
          <a:bodyPr/>
          <a:lstStyle/>
          <a:p>
            <a:fld id="{03D1A0BF-D385-4A72-B24F-35C80431A2AC}" type="slidenum">
              <a:rPr lang="ru-RU" smtClean="0"/>
              <a:pPr/>
              <a:t>‹#›</a:t>
            </a:fld>
            <a:endParaRPr lang="ru-RU"/>
          </a:p>
        </p:txBody>
      </p:sp>
      <p:sp>
        <p:nvSpPr>
          <p:cNvPr id="37" name="Текст 5">
            <a:extLst>
              <a:ext uri="{FF2B5EF4-FFF2-40B4-BE49-F238E27FC236}">
                <a16:creationId xmlns:a16="http://schemas.microsoft.com/office/drawing/2014/main" id="{7D8AA6D7-846D-485F-ADF8-D543CB998380}"/>
              </a:ext>
            </a:extLst>
          </p:cNvPr>
          <p:cNvSpPr>
            <a:spLocks noGrp="1"/>
          </p:cNvSpPr>
          <p:nvPr>
            <p:ph type="body" sz="quarter" idx="34" hasCustomPrompt="1"/>
          </p:nvPr>
        </p:nvSpPr>
        <p:spPr>
          <a:xfrm>
            <a:off x="6907438" y="2079929"/>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38" name="Текст 37">
            <a:extLst>
              <a:ext uri="{FF2B5EF4-FFF2-40B4-BE49-F238E27FC236}">
                <a16:creationId xmlns:a16="http://schemas.microsoft.com/office/drawing/2014/main" id="{A6E79B51-2E91-47BC-A45C-2E0CB8F78856}"/>
              </a:ext>
            </a:extLst>
          </p:cNvPr>
          <p:cNvSpPr>
            <a:spLocks noGrp="1"/>
          </p:cNvSpPr>
          <p:nvPr>
            <p:ph type="body" sz="quarter" idx="35" hasCustomPrompt="1"/>
          </p:nvPr>
        </p:nvSpPr>
        <p:spPr>
          <a:xfrm>
            <a:off x="5401778" y="2447066"/>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41" name="Текст 5">
            <a:extLst>
              <a:ext uri="{FF2B5EF4-FFF2-40B4-BE49-F238E27FC236}">
                <a16:creationId xmlns:a16="http://schemas.microsoft.com/office/drawing/2014/main" id="{3EF4CA41-393E-4916-85C0-6D975940719D}"/>
              </a:ext>
            </a:extLst>
          </p:cNvPr>
          <p:cNvSpPr>
            <a:spLocks noGrp="1"/>
          </p:cNvSpPr>
          <p:nvPr>
            <p:ph type="body" sz="quarter" idx="36" hasCustomPrompt="1"/>
          </p:nvPr>
        </p:nvSpPr>
        <p:spPr>
          <a:xfrm>
            <a:off x="5401778" y="2796620"/>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2" name="Текст 5">
            <a:extLst>
              <a:ext uri="{FF2B5EF4-FFF2-40B4-BE49-F238E27FC236}">
                <a16:creationId xmlns:a16="http://schemas.microsoft.com/office/drawing/2014/main" id="{84DED09A-D7F3-477E-B1B1-69E2E052BAC8}"/>
              </a:ext>
            </a:extLst>
          </p:cNvPr>
          <p:cNvSpPr>
            <a:spLocks noGrp="1"/>
          </p:cNvSpPr>
          <p:nvPr>
            <p:ph type="body" sz="quarter" idx="37" hasCustomPrompt="1"/>
          </p:nvPr>
        </p:nvSpPr>
        <p:spPr>
          <a:xfrm>
            <a:off x="6907438" y="2796619"/>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43" name="Текст 37">
            <a:extLst>
              <a:ext uri="{FF2B5EF4-FFF2-40B4-BE49-F238E27FC236}">
                <a16:creationId xmlns:a16="http://schemas.microsoft.com/office/drawing/2014/main" id="{6ECC718A-CF56-46C1-A6E0-5AC92032F835}"/>
              </a:ext>
            </a:extLst>
          </p:cNvPr>
          <p:cNvSpPr>
            <a:spLocks noGrp="1"/>
          </p:cNvSpPr>
          <p:nvPr>
            <p:ph type="body" sz="quarter" idx="38" hasCustomPrompt="1"/>
          </p:nvPr>
        </p:nvSpPr>
        <p:spPr>
          <a:xfrm>
            <a:off x="5401778" y="3198625"/>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44" name="Текст 5">
            <a:extLst>
              <a:ext uri="{FF2B5EF4-FFF2-40B4-BE49-F238E27FC236}">
                <a16:creationId xmlns:a16="http://schemas.microsoft.com/office/drawing/2014/main" id="{96A86C6B-D446-43C8-BE3C-2900ECC71FD3}"/>
              </a:ext>
            </a:extLst>
          </p:cNvPr>
          <p:cNvSpPr>
            <a:spLocks noGrp="1"/>
          </p:cNvSpPr>
          <p:nvPr>
            <p:ph type="body" sz="quarter" idx="39" hasCustomPrompt="1"/>
          </p:nvPr>
        </p:nvSpPr>
        <p:spPr>
          <a:xfrm>
            <a:off x="5401778" y="3541740"/>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5" name="Текст 5">
            <a:extLst>
              <a:ext uri="{FF2B5EF4-FFF2-40B4-BE49-F238E27FC236}">
                <a16:creationId xmlns:a16="http://schemas.microsoft.com/office/drawing/2014/main" id="{82BF25B0-8A05-439A-8D1F-E70D7A9C7128}"/>
              </a:ext>
            </a:extLst>
          </p:cNvPr>
          <p:cNvSpPr>
            <a:spLocks noGrp="1"/>
          </p:cNvSpPr>
          <p:nvPr>
            <p:ph type="body" sz="quarter" idx="40" hasCustomPrompt="1"/>
          </p:nvPr>
        </p:nvSpPr>
        <p:spPr>
          <a:xfrm>
            <a:off x="6907438" y="3541739"/>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Tree>
    <p:extLst>
      <p:ext uri="{BB962C8B-B14F-4D97-AF65-F5344CB8AC3E}">
        <p14:creationId xmlns:p14="http://schemas.microsoft.com/office/powerpoint/2010/main" val="1630348062"/>
      </p:ext>
    </p:extLst>
  </p:cSld>
  <p:clrMapOvr>
    <a:masterClrMapping/>
  </p:clrMapOvr>
  <p:transition spd="slow">
    <p:fade thruBlk="1"/>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Фон.1">
    <p:bg>
      <p:bgPr>
        <a:gradFill>
          <a:gsLst>
            <a:gs pos="52000">
              <a:schemeClr val="bg2"/>
            </a:gs>
            <a:gs pos="100000">
              <a:schemeClr val="tx1">
                <a:lumMod val="50000"/>
              </a:schemeClr>
            </a:gs>
            <a:gs pos="0">
              <a:schemeClr val="accent5">
                <a:lumMod val="40000"/>
              </a:schemeClr>
            </a:gs>
          </a:gsLst>
          <a:lin ang="18900000" scaled="1"/>
        </a:gradFill>
        <a:effectLst/>
      </p:bgPr>
    </p:bg>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F4F6B58-9922-49B1-B7F2-AB66605EEADB}"/>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7EC7FB1A-A697-436C-A9B2-995D064D66C2}"/>
              </a:ext>
            </a:extLst>
          </p:cNvPr>
          <p:cNvSpPr>
            <a:spLocks noGrp="1"/>
          </p:cNvSpPr>
          <p:nvPr>
            <p:ph type="dt" sz="half" idx="1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43BE8ED-9738-48A0-9A98-DDA0EE6BB4A7}"/>
              </a:ext>
            </a:extLst>
          </p:cNvPr>
          <p:cNvSpPr>
            <a:spLocks noGrp="1"/>
          </p:cNvSpPr>
          <p:nvPr>
            <p:ph type="sldNum" sz="quarter" idx="11"/>
          </p:nvPr>
        </p:nvSpPr>
        <p:spPr/>
        <p:txBody>
          <a:bodyPr/>
          <a:lstStyle/>
          <a:p>
            <a:fld id="{03D1A0BF-D385-4A72-B24F-35C80431A2AC}" type="slidenum">
              <a:rPr lang="ru-RU" smtClean="0"/>
              <a:pPr/>
              <a:t>‹#›</a:t>
            </a:fld>
            <a:endParaRPr lang="ru-RU"/>
          </a:p>
        </p:txBody>
      </p:sp>
    </p:spTree>
    <p:extLst>
      <p:ext uri="{BB962C8B-B14F-4D97-AF65-F5344CB8AC3E}">
        <p14:creationId xmlns:p14="http://schemas.microsoft.com/office/powerpoint/2010/main" val="1760068615"/>
      </p:ext>
    </p:extLst>
  </p:cSld>
  <p:clrMapOvr>
    <a:masterClrMapping/>
  </p:clrMapOvr>
  <p:transition spd="slow">
    <p:fade thruBlk="1"/>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Фон.2">
    <p:bg>
      <p:bgPr>
        <a:gradFill flip="none" rotWithShape="1">
          <a:gsLst>
            <a:gs pos="52000">
              <a:schemeClr val="bg2"/>
            </a:gs>
            <a:gs pos="0">
              <a:schemeClr val="accent5">
                <a:lumMod val="40000"/>
              </a:schemeClr>
            </a:gs>
          </a:gsLst>
          <a:lin ang="18900000" scaled="1"/>
          <a:tileRect/>
        </a:gradFill>
        <a:effectLst/>
      </p:bgPr>
    </p:bg>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F4F6B58-9922-49B1-B7F2-AB66605EEADB}"/>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F9966586-129B-4158-89B6-4543B5413F74}"/>
              </a:ext>
            </a:extLst>
          </p:cNvPr>
          <p:cNvSpPr>
            <a:spLocks noGrp="1"/>
          </p:cNvSpPr>
          <p:nvPr>
            <p:ph type="dt" sz="half" idx="1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FB3A66BE-B7F0-42D0-9888-D7C3F51E7FD0}"/>
              </a:ext>
            </a:extLst>
          </p:cNvPr>
          <p:cNvSpPr>
            <a:spLocks noGrp="1"/>
          </p:cNvSpPr>
          <p:nvPr>
            <p:ph type="sldNum" sz="quarter" idx="11"/>
          </p:nvPr>
        </p:nvSpPr>
        <p:spPr/>
        <p:txBody>
          <a:bodyPr/>
          <a:lstStyle/>
          <a:p>
            <a:fld id="{03D1A0BF-D385-4A72-B24F-35C80431A2AC}" type="slidenum">
              <a:rPr lang="ru-RU" smtClean="0"/>
              <a:pPr/>
              <a:t>‹#›</a:t>
            </a:fld>
            <a:endParaRPr lang="ru-RU"/>
          </a:p>
        </p:txBody>
      </p:sp>
    </p:spTree>
    <p:extLst>
      <p:ext uri="{BB962C8B-B14F-4D97-AF65-F5344CB8AC3E}">
        <p14:creationId xmlns:p14="http://schemas.microsoft.com/office/powerpoint/2010/main" val="4100954409"/>
      </p:ext>
    </p:extLst>
  </p:cSld>
  <p:clrMapOvr>
    <a:masterClrMapping/>
  </p:clrMapOvr>
  <p:transition spd="slow">
    <p:fade thruBlk="1"/>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Фон.3">
    <p:bg>
      <p:bgPr>
        <a:gradFill flip="none" rotWithShape="1">
          <a:gsLst>
            <a:gs pos="52000">
              <a:schemeClr val="bg2"/>
            </a:gs>
            <a:gs pos="0">
              <a:schemeClr val="accent5">
                <a:lumMod val="40000"/>
              </a:schemeClr>
            </a:gs>
          </a:gsLst>
          <a:lin ang="16200000" scaled="1"/>
          <a:tileRect/>
        </a:gradFill>
        <a:effectLst/>
      </p:bgPr>
    </p:bg>
    <p:spTree>
      <p:nvGrpSpPr>
        <p:cNvPr id="1" name=""/>
        <p:cNvGrpSpPr/>
        <p:nvPr/>
      </p:nvGrpSpPr>
      <p:grpSpPr>
        <a:xfrm>
          <a:off x="0" y="0"/>
          <a:ext cx="0" cy="0"/>
          <a:chOff x="0" y="0"/>
          <a:chExt cx="0" cy="0"/>
        </a:xfrm>
      </p:grpSpPr>
      <p:sp>
        <p:nvSpPr>
          <p:cNvPr id="5" name="Прямоугольник 4">
            <a:extLst>
              <a:ext uri="{FF2B5EF4-FFF2-40B4-BE49-F238E27FC236}">
                <a16:creationId xmlns:a16="http://schemas.microsoft.com/office/drawing/2014/main" id="{684E64B2-3D21-41F0-9B06-AD2837EBFBA8}"/>
              </a:ext>
            </a:extLst>
          </p:cNvPr>
          <p:cNvSpPr/>
          <p:nvPr userDrawn="1"/>
        </p:nvSpPr>
        <p:spPr>
          <a:xfrm>
            <a:off x="8010" y="-13592"/>
            <a:ext cx="9144000" cy="5172271"/>
          </a:xfrm>
          <a:prstGeom prst="rect">
            <a:avLst/>
          </a:prstGeom>
          <a:gradFill flip="none" rotWithShape="1">
            <a:gsLst>
              <a:gs pos="39000">
                <a:schemeClr val="bg2"/>
              </a:gs>
              <a:gs pos="100000">
                <a:schemeClr val="accent5">
                  <a:lumMod val="50000"/>
                  <a:alpha val="50000"/>
                </a:schemeClr>
              </a:gs>
            </a:gsLst>
            <a:lin ang="5400000" scaled="1"/>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6" name="Заголовок 5">
            <a:extLst>
              <a:ext uri="{FF2B5EF4-FFF2-40B4-BE49-F238E27FC236}">
                <a16:creationId xmlns:a16="http://schemas.microsoft.com/office/drawing/2014/main" id="{BF4F6B58-9922-49B1-B7F2-AB66605EEADB}"/>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F9966586-129B-4158-89B6-4543B5413F74}"/>
              </a:ext>
            </a:extLst>
          </p:cNvPr>
          <p:cNvSpPr>
            <a:spLocks noGrp="1"/>
          </p:cNvSpPr>
          <p:nvPr>
            <p:ph type="dt" sz="half" idx="1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FB3A66BE-B7F0-42D0-9888-D7C3F51E7FD0}"/>
              </a:ext>
            </a:extLst>
          </p:cNvPr>
          <p:cNvSpPr>
            <a:spLocks noGrp="1"/>
          </p:cNvSpPr>
          <p:nvPr>
            <p:ph type="sldNum" sz="quarter" idx="11"/>
          </p:nvPr>
        </p:nvSpPr>
        <p:spPr/>
        <p:txBody>
          <a:bodyPr/>
          <a:lstStyle/>
          <a:p>
            <a:fld id="{03D1A0BF-D385-4A72-B24F-35C80431A2AC}" type="slidenum">
              <a:rPr lang="ru-RU" smtClean="0"/>
              <a:pPr/>
              <a:t>‹#›</a:t>
            </a:fld>
            <a:endParaRPr lang="ru-RU"/>
          </a:p>
        </p:txBody>
      </p:sp>
    </p:spTree>
    <p:extLst>
      <p:ext uri="{BB962C8B-B14F-4D97-AF65-F5344CB8AC3E}">
        <p14:creationId xmlns:p14="http://schemas.microsoft.com/office/powerpoint/2010/main" val="1222477355"/>
      </p:ext>
    </p:extLst>
  </p:cSld>
  <p:clrMapOvr>
    <a:masterClrMapping/>
  </p:clrMapOvr>
  <p:transition spd="slow">
    <p:fade thruBlk="1"/>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Обложка. Зелёная.">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10" name="Текст 9">
            <a:extLst>
              <a:ext uri="{FF2B5EF4-FFF2-40B4-BE49-F238E27FC236}">
                <a16:creationId xmlns:a16="http://schemas.microsoft.com/office/drawing/2014/main" id="{5C96A12A-A35F-4ABC-88A9-05260FE148AE}"/>
              </a:ext>
            </a:extLst>
          </p:cNvPr>
          <p:cNvSpPr>
            <a:spLocks noGrp="1"/>
          </p:cNvSpPr>
          <p:nvPr>
            <p:ph type="body" sz="quarter" idx="10" hasCustomPrompt="1"/>
          </p:nvPr>
        </p:nvSpPr>
        <p:spPr>
          <a:xfrm>
            <a:off x="4468946" y="3222537"/>
            <a:ext cx="3931570" cy="563250"/>
          </a:xfrm>
          <a:prstGeom prst="rect">
            <a:avLst/>
          </a:prstGeom>
        </p:spPr>
        <p:txBody>
          <a:bodyPr anchor="ctr"/>
          <a:lstStyle>
            <a:lvl1pPr marL="0" indent="0" algn="r">
              <a:spcBef>
                <a:spcPts val="0"/>
              </a:spcBef>
              <a:buNone/>
              <a:defRPr sz="1400" b="1">
                <a:solidFill>
                  <a:schemeClr val="bg1"/>
                </a:solidFill>
                <a:latin typeface="+mj-lt"/>
              </a:defRPr>
            </a:lvl1pPr>
          </a:lstStyle>
          <a:p>
            <a:pPr lvl="0"/>
            <a:r>
              <a:rPr lang="ru-RU" dirty="0"/>
              <a:t>Название презентации</a:t>
            </a:r>
            <a:br>
              <a:rPr lang="ru-RU" dirty="0"/>
            </a:br>
            <a:r>
              <a:rPr lang="ru-RU" dirty="0"/>
              <a:t>в две строчки</a:t>
            </a:r>
          </a:p>
          <a:p>
            <a:pPr lvl="0"/>
            <a:endParaRPr lang="ru-RU" dirty="0"/>
          </a:p>
        </p:txBody>
      </p:sp>
      <p:sp>
        <p:nvSpPr>
          <p:cNvPr id="13" name="TextBox 12">
            <a:extLst>
              <a:ext uri="{FF2B5EF4-FFF2-40B4-BE49-F238E27FC236}">
                <a16:creationId xmlns:a16="http://schemas.microsoft.com/office/drawing/2014/main" id="{0E782F69-AEA3-497A-A923-C6F3E8B3F747}"/>
              </a:ext>
            </a:extLst>
          </p:cNvPr>
          <p:cNvSpPr txBox="1"/>
          <p:nvPr userDrawn="1"/>
        </p:nvSpPr>
        <p:spPr>
          <a:xfrm>
            <a:off x="299103" y="282011"/>
            <a:ext cx="1114408"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b="1" i="0" u="none" strike="noStrike" dirty="0">
                <a:solidFill>
                  <a:schemeClr val="bg1"/>
                </a:solidFill>
                <a:effectLst/>
                <a:latin typeface="+mj-lt"/>
                <a:hlinkClick r:id="rId2">
                  <a:extLst>
                    <a:ext uri="{A12FA001-AC4F-418D-AE19-62706E023703}">
                      <ahyp:hlinkClr xmlns:ahyp="http://schemas.microsoft.com/office/drawing/2018/hyperlinkcolor" val="tx"/>
                    </a:ext>
                  </a:extLst>
                </a:hlinkClick>
              </a:rPr>
              <a:t>www.megafon.ru</a:t>
            </a:r>
            <a:endParaRPr lang="ru-RU" sz="900" b="1" dirty="0">
              <a:solidFill>
                <a:schemeClr val="bg1"/>
              </a:solidFill>
              <a:latin typeface="+mj-lt"/>
            </a:endParaRPr>
          </a:p>
        </p:txBody>
      </p:sp>
      <p:sp>
        <p:nvSpPr>
          <p:cNvPr id="15" name="Текст 14">
            <a:extLst>
              <a:ext uri="{FF2B5EF4-FFF2-40B4-BE49-F238E27FC236}">
                <a16:creationId xmlns:a16="http://schemas.microsoft.com/office/drawing/2014/main" id="{E5285F4B-11A1-4F7B-8861-16843F929DA5}"/>
              </a:ext>
            </a:extLst>
          </p:cNvPr>
          <p:cNvSpPr>
            <a:spLocks noGrp="1"/>
          </p:cNvSpPr>
          <p:nvPr>
            <p:ph type="body" sz="quarter" idx="11" hasCustomPrompt="1"/>
          </p:nvPr>
        </p:nvSpPr>
        <p:spPr>
          <a:xfrm>
            <a:off x="7605119" y="298802"/>
            <a:ext cx="1239778" cy="197250"/>
          </a:xfrm>
          <a:prstGeom prst="rect">
            <a:avLst/>
          </a:prstGeom>
        </p:spPr>
        <p:txBody>
          <a:bodyPr/>
          <a:lstStyle>
            <a:lvl1pPr marL="0" indent="0" algn="r">
              <a:buNone/>
              <a:defRPr sz="900" b="1">
                <a:solidFill>
                  <a:schemeClr val="bg1"/>
                </a:solidFill>
              </a:defRPr>
            </a:lvl1pPr>
          </a:lstStyle>
          <a:p>
            <a:pPr lvl="0"/>
            <a:r>
              <a:rPr lang="ru-RU" dirty="0"/>
              <a:t>00.00.00</a:t>
            </a:r>
          </a:p>
        </p:txBody>
      </p:sp>
      <p:pic>
        <p:nvPicPr>
          <p:cNvPr id="19" name="Рисунок 18">
            <a:extLst>
              <a:ext uri="{FF2B5EF4-FFF2-40B4-BE49-F238E27FC236}">
                <a16:creationId xmlns:a16="http://schemas.microsoft.com/office/drawing/2014/main" id="{9A69323F-03F3-4F15-8BE4-C13DEF19613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241" r="766"/>
          <a:stretch/>
        </p:blipFill>
        <p:spPr>
          <a:xfrm>
            <a:off x="0" y="1615475"/>
            <a:ext cx="9144000" cy="1676002"/>
          </a:xfrm>
          <a:prstGeom prst="rect">
            <a:avLst/>
          </a:prstGeom>
        </p:spPr>
      </p:pic>
    </p:spTree>
    <p:extLst>
      <p:ext uri="{BB962C8B-B14F-4D97-AF65-F5344CB8AC3E}">
        <p14:creationId xmlns:p14="http://schemas.microsoft.com/office/powerpoint/2010/main" val="3966530345"/>
      </p:ext>
    </p:extLst>
  </p:cSld>
  <p:clrMapOvr>
    <a:masterClrMapping/>
  </p:clrMapOvr>
  <p:transition spd="slow">
    <p:fade thruBlk="1"/>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Шмутц.">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cxnSp>
        <p:nvCxnSpPr>
          <p:cNvPr id="6" name="Прямая соединительная линия 5">
            <a:extLst>
              <a:ext uri="{FF2B5EF4-FFF2-40B4-BE49-F238E27FC236}">
                <a16:creationId xmlns:a16="http://schemas.microsoft.com/office/drawing/2014/main" id="{42B2BA8D-C4AC-483F-8565-4B035267E4CC}"/>
              </a:ext>
            </a:extLst>
          </p:cNvPr>
          <p:cNvCxnSpPr>
            <a:cxnSpLocks/>
          </p:cNvCxnSpPr>
          <p:nvPr userDrawn="1"/>
        </p:nvCxnSpPr>
        <p:spPr>
          <a:xfrm>
            <a:off x="4722909" y="2904015"/>
            <a:ext cx="2873829" cy="0"/>
          </a:xfrm>
          <a:prstGeom prst="line">
            <a:avLst/>
          </a:prstGeom>
          <a:ln w="38100" cap="rnd">
            <a:gradFill flip="none" rotWithShape="1">
              <a:gsLst>
                <a:gs pos="23000">
                  <a:schemeClr val="accent5"/>
                </a:gs>
                <a:gs pos="80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 name="Заголовок 2">
            <a:extLst>
              <a:ext uri="{FF2B5EF4-FFF2-40B4-BE49-F238E27FC236}">
                <a16:creationId xmlns:a16="http://schemas.microsoft.com/office/drawing/2014/main" id="{8E49DCD8-78A3-4DC9-B65B-30DD6D347B6B}"/>
              </a:ext>
            </a:extLst>
          </p:cNvPr>
          <p:cNvSpPr>
            <a:spLocks noGrp="1"/>
          </p:cNvSpPr>
          <p:nvPr>
            <p:ph type="title" hasCustomPrompt="1"/>
          </p:nvPr>
        </p:nvSpPr>
        <p:spPr>
          <a:xfrm>
            <a:off x="774534" y="1657340"/>
            <a:ext cx="6532724" cy="993775"/>
          </a:xfrm>
        </p:spPr>
        <p:txBody>
          <a:bodyPr anchor="b">
            <a:normAutofit/>
          </a:bodyPr>
          <a:lstStyle>
            <a:lvl1pPr>
              <a:defRPr sz="6000">
                <a:solidFill>
                  <a:schemeClr val="bg1"/>
                </a:solidFill>
              </a:defRPr>
            </a:lvl1pPr>
          </a:lstStyle>
          <a:p>
            <a:r>
              <a:rPr lang="ru-RU" dirty="0"/>
              <a:t>ЗАГОЛОВОК</a:t>
            </a:r>
          </a:p>
        </p:txBody>
      </p:sp>
    </p:spTree>
    <p:extLst>
      <p:ext uri="{BB962C8B-B14F-4D97-AF65-F5344CB8AC3E}">
        <p14:creationId xmlns:p14="http://schemas.microsoft.com/office/powerpoint/2010/main" val="1869349924"/>
      </p:ext>
    </p:extLst>
  </p:cSld>
  <p:clrMapOvr>
    <a:masterClrMapping/>
  </p:clrMapOvr>
  <p:transition spd="slow">
    <p:fade thruBlk="1"/>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Три плашки, два подзаголовка. 1">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662755" y="1044774"/>
            <a:ext cx="7734559" cy="372059"/>
          </a:xfrm>
          <a:prstGeom prst="rect">
            <a:avLst/>
          </a:prstGeom>
          <a:gradFill flip="none" rotWithShape="1">
            <a:gsLst>
              <a:gs pos="100000">
                <a:schemeClr val="bg1"/>
              </a:gs>
              <a:gs pos="0">
                <a:schemeClr val="bg1"/>
              </a:gs>
            </a:gsLst>
            <a:lin ang="0" scaled="1"/>
            <a:tileRect/>
          </a:gradFill>
          <a:ln>
            <a:noFill/>
          </a:ln>
          <a:effectLst>
            <a:outerShdw blurRad="2413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ED3346D-1E61-48F4-87F1-352EB49B59EA}"/>
              </a:ext>
            </a:extLst>
          </p:cNvPr>
          <p:cNvSpPr/>
          <p:nvPr userDrawn="1"/>
        </p:nvSpPr>
        <p:spPr>
          <a:xfrm>
            <a:off x="662755" y="1513436"/>
            <a:ext cx="7734559" cy="991254"/>
          </a:xfrm>
          <a:prstGeom prst="rect">
            <a:avLst/>
          </a:prstGeom>
          <a:gradFill flip="none" rotWithShape="1">
            <a:gsLst>
              <a:gs pos="100000">
                <a:schemeClr val="bg1"/>
              </a:gs>
              <a:gs pos="0">
                <a:schemeClr val="bg1"/>
              </a:gs>
            </a:gsLst>
            <a:lin ang="0" scaled="1"/>
            <a:tileRect/>
          </a:gradFill>
          <a:ln>
            <a:noFill/>
          </a:ln>
          <a:effectLst>
            <a:outerShdw blurRad="2413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0D0C0806-41EF-4D4A-B044-3E6D460B3C74}"/>
              </a:ext>
            </a:extLst>
          </p:cNvPr>
          <p:cNvSpPr/>
          <p:nvPr userDrawn="1"/>
        </p:nvSpPr>
        <p:spPr>
          <a:xfrm>
            <a:off x="662755" y="2557279"/>
            <a:ext cx="7734559" cy="991254"/>
          </a:xfrm>
          <a:prstGeom prst="rect">
            <a:avLst/>
          </a:prstGeom>
          <a:gradFill flip="none" rotWithShape="1">
            <a:gsLst>
              <a:gs pos="100000">
                <a:schemeClr val="bg1"/>
              </a:gs>
              <a:gs pos="0">
                <a:schemeClr val="bg1"/>
              </a:gs>
            </a:gsLst>
            <a:lin ang="0" scaled="1"/>
            <a:tileRect/>
          </a:gradFill>
          <a:ln>
            <a:noFill/>
          </a:ln>
          <a:effectLst>
            <a:outerShdw blurRad="2413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50735274-D8D0-4B93-AF95-7CA8AEFB9267}"/>
              </a:ext>
            </a:extLst>
          </p:cNvPr>
          <p:cNvSpPr/>
          <p:nvPr userDrawn="1"/>
        </p:nvSpPr>
        <p:spPr>
          <a:xfrm>
            <a:off x="662755" y="3601123"/>
            <a:ext cx="7734559" cy="991254"/>
          </a:xfrm>
          <a:prstGeom prst="rect">
            <a:avLst/>
          </a:prstGeom>
          <a:gradFill flip="none" rotWithShape="1">
            <a:gsLst>
              <a:gs pos="100000">
                <a:schemeClr val="bg1"/>
              </a:gs>
              <a:gs pos="0">
                <a:schemeClr val="bg1"/>
              </a:gs>
            </a:gsLst>
            <a:lin ang="0" scaled="1"/>
            <a:tileRect/>
          </a:gradFill>
          <a:ln>
            <a:noFill/>
          </a:ln>
          <a:effectLst>
            <a:outerShdw blurRad="2413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Половина рамки 64">
            <a:extLst>
              <a:ext uri="{FF2B5EF4-FFF2-40B4-BE49-F238E27FC236}">
                <a16:creationId xmlns:a16="http://schemas.microsoft.com/office/drawing/2014/main" id="{A0CBEFE9-A7E8-4825-B8A9-249A1BC8A85D}"/>
              </a:ext>
            </a:extLst>
          </p:cNvPr>
          <p:cNvSpPr/>
          <p:nvPr userDrawn="1"/>
        </p:nvSpPr>
        <p:spPr>
          <a:xfrm rot="8100000">
            <a:off x="4241478" y="1815468"/>
            <a:ext cx="314434" cy="314434"/>
          </a:xfrm>
          <a:prstGeom prst="halfFrame">
            <a:avLst>
              <a:gd name="adj1" fmla="val 0"/>
              <a:gd name="adj2" fmla="val 0"/>
            </a:avLst>
          </a:prstGeom>
          <a:noFill/>
          <a:ln w="38100" cap="rnd">
            <a:gradFill>
              <a:gsLst>
                <a:gs pos="0">
                  <a:schemeClr val="accent5"/>
                </a:gs>
                <a:gs pos="67000">
                  <a:schemeClr val="accent2"/>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66" name="Половина рамки 65">
            <a:extLst>
              <a:ext uri="{FF2B5EF4-FFF2-40B4-BE49-F238E27FC236}">
                <a16:creationId xmlns:a16="http://schemas.microsoft.com/office/drawing/2014/main" id="{249CC75A-E3F3-444F-9D02-96C662CFF6A4}"/>
              </a:ext>
            </a:extLst>
          </p:cNvPr>
          <p:cNvSpPr/>
          <p:nvPr userDrawn="1"/>
        </p:nvSpPr>
        <p:spPr>
          <a:xfrm rot="8100000">
            <a:off x="4241478" y="2895428"/>
            <a:ext cx="314434" cy="314434"/>
          </a:xfrm>
          <a:prstGeom prst="halfFrame">
            <a:avLst>
              <a:gd name="adj1" fmla="val 0"/>
              <a:gd name="adj2" fmla="val 0"/>
            </a:avLst>
          </a:prstGeom>
          <a:noFill/>
          <a:ln w="38100" cap="rnd">
            <a:gradFill>
              <a:gsLst>
                <a:gs pos="0">
                  <a:schemeClr val="accent5"/>
                </a:gs>
                <a:gs pos="67000">
                  <a:schemeClr val="accent2"/>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67" name="Половина рамки 66">
            <a:extLst>
              <a:ext uri="{FF2B5EF4-FFF2-40B4-BE49-F238E27FC236}">
                <a16:creationId xmlns:a16="http://schemas.microsoft.com/office/drawing/2014/main" id="{D320967A-F643-414A-89F7-93232D8AE809}"/>
              </a:ext>
            </a:extLst>
          </p:cNvPr>
          <p:cNvSpPr/>
          <p:nvPr userDrawn="1"/>
        </p:nvSpPr>
        <p:spPr>
          <a:xfrm rot="8100000">
            <a:off x="4241478" y="3899020"/>
            <a:ext cx="314434" cy="314434"/>
          </a:xfrm>
          <a:prstGeom prst="halfFrame">
            <a:avLst>
              <a:gd name="adj1" fmla="val 0"/>
              <a:gd name="adj2" fmla="val 0"/>
            </a:avLst>
          </a:prstGeom>
          <a:noFill/>
          <a:ln w="38100" cap="rnd">
            <a:gradFill>
              <a:gsLst>
                <a:gs pos="0">
                  <a:schemeClr val="accent5"/>
                </a:gs>
                <a:gs pos="67000">
                  <a:schemeClr val="accent2"/>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780129" y="1107624"/>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5385069" y="1108128"/>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5385069" y="1724741"/>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5385069" y="2768584"/>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5385069" y="3812428"/>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3" name="Текст 24">
            <a:extLst>
              <a:ext uri="{FF2B5EF4-FFF2-40B4-BE49-F238E27FC236}">
                <a16:creationId xmlns:a16="http://schemas.microsoft.com/office/drawing/2014/main" id="{0B602E1A-F69E-4A08-B334-3C0883A9F49E}"/>
              </a:ext>
            </a:extLst>
          </p:cNvPr>
          <p:cNvSpPr>
            <a:spLocks noGrp="1"/>
          </p:cNvSpPr>
          <p:nvPr>
            <p:ph type="body" sz="quarter" idx="35" hasCustomPrompt="1"/>
          </p:nvPr>
        </p:nvSpPr>
        <p:spPr>
          <a:xfrm>
            <a:off x="1780129" y="1786724"/>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74" name="Текст 24">
            <a:extLst>
              <a:ext uri="{FF2B5EF4-FFF2-40B4-BE49-F238E27FC236}">
                <a16:creationId xmlns:a16="http://schemas.microsoft.com/office/drawing/2014/main" id="{5C4FFF58-14A7-47D0-8511-85236D4A9C98}"/>
              </a:ext>
            </a:extLst>
          </p:cNvPr>
          <p:cNvSpPr>
            <a:spLocks noGrp="1"/>
          </p:cNvSpPr>
          <p:nvPr>
            <p:ph type="body" sz="quarter" idx="36" hasCustomPrompt="1"/>
          </p:nvPr>
        </p:nvSpPr>
        <p:spPr>
          <a:xfrm>
            <a:off x="1780129" y="2830567"/>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75" name="Текст 24">
            <a:extLst>
              <a:ext uri="{FF2B5EF4-FFF2-40B4-BE49-F238E27FC236}">
                <a16:creationId xmlns:a16="http://schemas.microsoft.com/office/drawing/2014/main" id="{123570D6-8759-48BD-9F05-8888CF4B4755}"/>
              </a:ext>
            </a:extLst>
          </p:cNvPr>
          <p:cNvSpPr>
            <a:spLocks noGrp="1"/>
          </p:cNvSpPr>
          <p:nvPr>
            <p:ph type="body" sz="quarter" idx="37" hasCustomPrompt="1"/>
          </p:nvPr>
        </p:nvSpPr>
        <p:spPr>
          <a:xfrm>
            <a:off x="1780129" y="3874411"/>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lvl1pPr>
              <a:defRPr>
                <a:solidFill>
                  <a:schemeClr val="bg1"/>
                </a:solidFill>
              </a:defRPr>
            </a:lvl1pPr>
          </a:lstStyle>
          <a:p>
            <a:fld id="{03D1A0BF-D385-4A72-B24F-35C80431A2AC}" type="slidenum">
              <a:rPr lang="ru-RU" smtClean="0"/>
              <a:pPr/>
              <a:t>‹#›</a:t>
            </a:fld>
            <a:endParaRPr lang="ru-RU"/>
          </a:p>
        </p:txBody>
      </p:sp>
    </p:spTree>
    <p:extLst>
      <p:ext uri="{BB962C8B-B14F-4D97-AF65-F5344CB8AC3E}">
        <p14:creationId xmlns:p14="http://schemas.microsoft.com/office/powerpoint/2010/main" val="1962831908"/>
      </p:ext>
    </p:extLst>
  </p:cSld>
  <p:clrMapOvr>
    <a:masterClrMapping/>
  </p:clrMapOvr>
  <p:transition spd="slow">
    <p:fade thruBlk="1"/>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Три плашки, два подзаголовка.2">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662755" y="1044774"/>
            <a:ext cx="7883039" cy="372059"/>
          </a:xfrm>
          <a:prstGeom prst="rect">
            <a:avLst/>
          </a:prstGeom>
          <a:solidFill>
            <a:schemeClr val="lt1"/>
          </a:solidFill>
          <a:ln>
            <a:noFill/>
          </a:ln>
          <a:effectLst>
            <a:outerShdw blurRad="469900" dist="279400" dir="2340000" sx="96000" sy="96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ED3346D-1E61-48F4-87F1-352EB49B59EA}"/>
              </a:ext>
            </a:extLst>
          </p:cNvPr>
          <p:cNvSpPr/>
          <p:nvPr userDrawn="1"/>
        </p:nvSpPr>
        <p:spPr>
          <a:xfrm>
            <a:off x="662755" y="1513436"/>
            <a:ext cx="7883039" cy="991254"/>
          </a:xfrm>
          <a:prstGeom prst="rect">
            <a:avLst/>
          </a:prstGeom>
          <a:solidFill>
            <a:schemeClr val="lt1"/>
          </a:solidFill>
          <a:ln>
            <a:noFill/>
          </a:ln>
          <a:effectLst>
            <a:outerShdw blurRad="469900" dist="279400" dir="2340000" sx="96000" sy="96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0D0C0806-41EF-4D4A-B044-3E6D460B3C74}"/>
              </a:ext>
            </a:extLst>
          </p:cNvPr>
          <p:cNvSpPr/>
          <p:nvPr userDrawn="1"/>
        </p:nvSpPr>
        <p:spPr>
          <a:xfrm>
            <a:off x="662755" y="2557279"/>
            <a:ext cx="7883039" cy="991254"/>
          </a:xfrm>
          <a:prstGeom prst="rect">
            <a:avLst/>
          </a:prstGeom>
          <a:solidFill>
            <a:schemeClr val="lt1"/>
          </a:solidFill>
          <a:ln>
            <a:noFill/>
          </a:ln>
          <a:effectLst>
            <a:outerShdw blurRad="469900" dist="279400" dir="2340000" sx="96000" sy="96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50735274-D8D0-4B93-AF95-7CA8AEFB9267}"/>
              </a:ext>
            </a:extLst>
          </p:cNvPr>
          <p:cNvSpPr/>
          <p:nvPr userDrawn="1"/>
        </p:nvSpPr>
        <p:spPr>
          <a:xfrm>
            <a:off x="662755" y="3601123"/>
            <a:ext cx="7883039" cy="991254"/>
          </a:xfrm>
          <a:prstGeom prst="rect">
            <a:avLst/>
          </a:prstGeom>
          <a:solidFill>
            <a:schemeClr val="lt1"/>
          </a:solidFill>
          <a:ln>
            <a:noFill/>
          </a:ln>
          <a:effectLst>
            <a:outerShdw blurRad="469900" dist="279400" dir="2340000" sx="96000" sy="96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lvl1pPr>
              <a:defRPr>
                <a:solidFill>
                  <a:schemeClr val="bg1"/>
                </a:solidFill>
              </a:defRPr>
            </a:lvl1pPr>
          </a:lstStyle>
          <a:p>
            <a:fld id="{03D1A0BF-D385-4A72-B24F-35C80431A2AC}" type="slidenum">
              <a:rPr lang="ru-RU" smtClean="0"/>
              <a:pPr/>
              <a:t>‹#›</a:t>
            </a:fld>
            <a:endParaRPr lang="ru-RU"/>
          </a:p>
        </p:txBody>
      </p:sp>
      <p:cxnSp>
        <p:nvCxnSpPr>
          <p:cNvPr id="23" name="Прямая соединительная линия 22">
            <a:extLst>
              <a:ext uri="{FF2B5EF4-FFF2-40B4-BE49-F238E27FC236}">
                <a16:creationId xmlns:a16="http://schemas.microsoft.com/office/drawing/2014/main" id="{44CB1364-CDE9-4AD3-A8FC-0EA7489AA74E}"/>
              </a:ext>
            </a:extLst>
          </p:cNvPr>
          <p:cNvCxnSpPr>
            <a:cxnSpLocks/>
          </p:cNvCxnSpPr>
          <p:nvPr userDrawn="1"/>
        </p:nvCxnSpPr>
        <p:spPr>
          <a:xfrm flipV="1">
            <a:off x="4572000" y="1824136"/>
            <a:ext cx="0" cy="369855"/>
          </a:xfrm>
          <a:prstGeom prst="line">
            <a:avLst/>
          </a:prstGeom>
          <a:ln w="38100" cap="rnd">
            <a:gradFill flip="none" rotWithShape="1">
              <a:gsLst>
                <a:gs pos="22000">
                  <a:schemeClr val="accent5"/>
                </a:gs>
                <a:gs pos="88000">
                  <a:schemeClr val="accent2"/>
                </a:gs>
              </a:gsLst>
              <a:lin ang="2400000" scaled="0"/>
              <a:tileRect/>
            </a:gra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a:extLst>
              <a:ext uri="{FF2B5EF4-FFF2-40B4-BE49-F238E27FC236}">
                <a16:creationId xmlns:a16="http://schemas.microsoft.com/office/drawing/2014/main" id="{6E977A7B-065B-4032-8AAB-2F0E6596E858}"/>
              </a:ext>
            </a:extLst>
          </p:cNvPr>
          <p:cNvCxnSpPr>
            <a:cxnSpLocks/>
          </p:cNvCxnSpPr>
          <p:nvPr userDrawn="1"/>
        </p:nvCxnSpPr>
        <p:spPr>
          <a:xfrm flipV="1">
            <a:off x="4572000" y="2867979"/>
            <a:ext cx="0" cy="369855"/>
          </a:xfrm>
          <a:prstGeom prst="line">
            <a:avLst/>
          </a:prstGeom>
          <a:ln w="38100" cap="rnd">
            <a:gradFill flip="none" rotWithShape="1">
              <a:gsLst>
                <a:gs pos="22000">
                  <a:schemeClr val="accent5"/>
                </a:gs>
                <a:gs pos="88000">
                  <a:schemeClr val="accent2"/>
                </a:gs>
              </a:gsLst>
              <a:lin ang="2400000" scaled="0"/>
              <a:tileRect/>
            </a:gra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a:extLst>
              <a:ext uri="{FF2B5EF4-FFF2-40B4-BE49-F238E27FC236}">
                <a16:creationId xmlns:a16="http://schemas.microsoft.com/office/drawing/2014/main" id="{081D87C3-CE6B-4A96-A568-541A7324AB57}"/>
              </a:ext>
            </a:extLst>
          </p:cNvPr>
          <p:cNvCxnSpPr>
            <a:cxnSpLocks/>
          </p:cNvCxnSpPr>
          <p:nvPr userDrawn="1"/>
        </p:nvCxnSpPr>
        <p:spPr>
          <a:xfrm flipV="1">
            <a:off x="4572000" y="3911823"/>
            <a:ext cx="0" cy="369855"/>
          </a:xfrm>
          <a:prstGeom prst="line">
            <a:avLst/>
          </a:prstGeom>
          <a:ln w="38100" cap="rnd">
            <a:gradFill flip="none" rotWithShape="1">
              <a:gsLst>
                <a:gs pos="22000">
                  <a:schemeClr val="accent5"/>
                </a:gs>
                <a:gs pos="88000">
                  <a:schemeClr val="accent2"/>
                </a:gs>
              </a:gsLst>
              <a:lin ang="2400000" scaled="0"/>
              <a:tileRect/>
            </a:gradFill>
          </a:ln>
        </p:spPr>
        <p:style>
          <a:lnRef idx="1">
            <a:schemeClr val="accent1"/>
          </a:lnRef>
          <a:fillRef idx="0">
            <a:schemeClr val="accent1"/>
          </a:fillRef>
          <a:effectRef idx="0">
            <a:schemeClr val="accent1"/>
          </a:effectRef>
          <a:fontRef idx="minor">
            <a:schemeClr val="tx1"/>
          </a:fontRef>
        </p:style>
      </p:cxnSp>
      <p:sp>
        <p:nvSpPr>
          <p:cNvPr id="26" name="Текст 37">
            <a:extLst>
              <a:ext uri="{FF2B5EF4-FFF2-40B4-BE49-F238E27FC236}">
                <a16:creationId xmlns:a16="http://schemas.microsoft.com/office/drawing/2014/main" id="{2FADF73E-8557-4CE6-92A7-2D75F6D4E9E2}"/>
              </a:ext>
            </a:extLst>
          </p:cNvPr>
          <p:cNvSpPr>
            <a:spLocks noGrp="1"/>
          </p:cNvSpPr>
          <p:nvPr>
            <p:ph type="body" sz="quarter" idx="10" hasCustomPrompt="1"/>
          </p:nvPr>
        </p:nvSpPr>
        <p:spPr>
          <a:xfrm>
            <a:off x="1214194" y="1107624"/>
            <a:ext cx="2896333"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ДЛИННЫЙ ЗАГОЛОВОК</a:t>
            </a:r>
          </a:p>
        </p:txBody>
      </p:sp>
      <p:sp>
        <p:nvSpPr>
          <p:cNvPr id="27" name="Текст 37">
            <a:extLst>
              <a:ext uri="{FF2B5EF4-FFF2-40B4-BE49-F238E27FC236}">
                <a16:creationId xmlns:a16="http://schemas.microsoft.com/office/drawing/2014/main" id="{A7A9EB84-A3EF-4D7D-8FBB-5D45F569BDD9}"/>
              </a:ext>
            </a:extLst>
          </p:cNvPr>
          <p:cNvSpPr>
            <a:spLocks noGrp="1"/>
          </p:cNvSpPr>
          <p:nvPr>
            <p:ph type="body" sz="quarter" idx="11" hasCustomPrompt="1"/>
          </p:nvPr>
        </p:nvSpPr>
        <p:spPr>
          <a:xfrm>
            <a:off x="5312894" y="1108128"/>
            <a:ext cx="2694516"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ДЛИННЫЙ ЗАГОЛОВОК</a:t>
            </a:r>
          </a:p>
        </p:txBody>
      </p:sp>
      <p:sp>
        <p:nvSpPr>
          <p:cNvPr id="28" name="Текст 24">
            <a:extLst>
              <a:ext uri="{FF2B5EF4-FFF2-40B4-BE49-F238E27FC236}">
                <a16:creationId xmlns:a16="http://schemas.microsoft.com/office/drawing/2014/main" id="{6D5180FD-23CC-4913-BDD4-8090D52E56AD}"/>
              </a:ext>
            </a:extLst>
          </p:cNvPr>
          <p:cNvSpPr>
            <a:spLocks noGrp="1"/>
          </p:cNvSpPr>
          <p:nvPr>
            <p:ph type="body" sz="quarter" idx="35" hasCustomPrompt="1"/>
          </p:nvPr>
        </p:nvSpPr>
        <p:spPr>
          <a:xfrm>
            <a:off x="1634847" y="1786724"/>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29" name="Текст 24">
            <a:extLst>
              <a:ext uri="{FF2B5EF4-FFF2-40B4-BE49-F238E27FC236}">
                <a16:creationId xmlns:a16="http://schemas.microsoft.com/office/drawing/2014/main" id="{D4243717-7687-45FD-8DBD-2258281AF817}"/>
              </a:ext>
            </a:extLst>
          </p:cNvPr>
          <p:cNvSpPr>
            <a:spLocks noGrp="1"/>
          </p:cNvSpPr>
          <p:nvPr>
            <p:ph type="body" sz="quarter" idx="36" hasCustomPrompt="1"/>
          </p:nvPr>
        </p:nvSpPr>
        <p:spPr>
          <a:xfrm>
            <a:off x="1634847" y="2830567"/>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30" name="Текст 24">
            <a:extLst>
              <a:ext uri="{FF2B5EF4-FFF2-40B4-BE49-F238E27FC236}">
                <a16:creationId xmlns:a16="http://schemas.microsoft.com/office/drawing/2014/main" id="{E7F7D563-20A7-4FF0-8DD6-5FF2332E0814}"/>
              </a:ext>
            </a:extLst>
          </p:cNvPr>
          <p:cNvSpPr>
            <a:spLocks noGrp="1"/>
          </p:cNvSpPr>
          <p:nvPr>
            <p:ph type="body" sz="quarter" idx="37" hasCustomPrompt="1"/>
          </p:nvPr>
        </p:nvSpPr>
        <p:spPr>
          <a:xfrm>
            <a:off x="1634847" y="3874411"/>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31" name="Текст 24">
            <a:extLst>
              <a:ext uri="{FF2B5EF4-FFF2-40B4-BE49-F238E27FC236}">
                <a16:creationId xmlns:a16="http://schemas.microsoft.com/office/drawing/2014/main" id="{8953C317-0CF2-4025-86FE-FAE34F33B3A0}"/>
              </a:ext>
            </a:extLst>
          </p:cNvPr>
          <p:cNvSpPr>
            <a:spLocks noGrp="1"/>
          </p:cNvSpPr>
          <p:nvPr>
            <p:ph type="body" sz="quarter" idx="45" hasCustomPrompt="1"/>
          </p:nvPr>
        </p:nvSpPr>
        <p:spPr>
          <a:xfrm>
            <a:off x="5658538" y="1786724"/>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32" name="Текст 24">
            <a:extLst>
              <a:ext uri="{FF2B5EF4-FFF2-40B4-BE49-F238E27FC236}">
                <a16:creationId xmlns:a16="http://schemas.microsoft.com/office/drawing/2014/main" id="{77AF43DF-C3D9-4954-9103-A5096B30604F}"/>
              </a:ext>
            </a:extLst>
          </p:cNvPr>
          <p:cNvSpPr>
            <a:spLocks noGrp="1"/>
          </p:cNvSpPr>
          <p:nvPr>
            <p:ph type="body" sz="quarter" idx="46" hasCustomPrompt="1"/>
          </p:nvPr>
        </p:nvSpPr>
        <p:spPr>
          <a:xfrm>
            <a:off x="5658538" y="2830567"/>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33" name="Текст 24">
            <a:extLst>
              <a:ext uri="{FF2B5EF4-FFF2-40B4-BE49-F238E27FC236}">
                <a16:creationId xmlns:a16="http://schemas.microsoft.com/office/drawing/2014/main" id="{4333B515-D083-406A-A8DF-7D0503D5C854}"/>
              </a:ext>
            </a:extLst>
          </p:cNvPr>
          <p:cNvSpPr>
            <a:spLocks noGrp="1"/>
          </p:cNvSpPr>
          <p:nvPr>
            <p:ph type="body" sz="quarter" idx="47" hasCustomPrompt="1"/>
          </p:nvPr>
        </p:nvSpPr>
        <p:spPr>
          <a:xfrm>
            <a:off x="5658538" y="3874411"/>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Tree>
    <p:extLst>
      <p:ext uri="{BB962C8B-B14F-4D97-AF65-F5344CB8AC3E}">
        <p14:creationId xmlns:p14="http://schemas.microsoft.com/office/powerpoint/2010/main" val="41489358"/>
      </p:ext>
    </p:extLst>
  </p:cSld>
  <p:clrMapOvr>
    <a:masterClrMapping/>
  </p:clrMapOvr>
  <p:transition spd="slow">
    <p:fade thruBlk="1"/>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Макет с большой иконкой на фоне.">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6" name="Рисунок 5">
            <a:extLst>
              <a:ext uri="{FF2B5EF4-FFF2-40B4-BE49-F238E27FC236}">
                <a16:creationId xmlns:a16="http://schemas.microsoft.com/office/drawing/2014/main" id="{22A377C0-2B26-424F-B8A6-025414610D02}"/>
              </a:ext>
            </a:extLst>
          </p:cNvPr>
          <p:cNvSpPr>
            <a:spLocks noGrp="1"/>
          </p:cNvSpPr>
          <p:nvPr>
            <p:ph type="pic" sz="quarter" idx="45"/>
          </p:nvPr>
        </p:nvSpPr>
        <p:spPr>
          <a:xfrm>
            <a:off x="5901661" y="1923603"/>
            <a:ext cx="3124200" cy="3124200"/>
          </a:xfrm>
          <a:prstGeom prst="rect">
            <a:avLst/>
          </a:prstGeom>
        </p:spPr>
        <p:txBody>
          <a:bodyPr/>
          <a:lstStyle>
            <a:lvl1pPr marL="0" indent="0" algn="r">
              <a:buNone/>
              <a:defRPr sz="900">
                <a:solidFill>
                  <a:schemeClr val="bg1"/>
                </a:solidFill>
              </a:defRPr>
            </a:lvl1pPr>
          </a:lstStyle>
          <a:p>
            <a:endParaRPr lang="ru-RU" dirty="0"/>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bg1"/>
                </a:solidFill>
              </a:defRPr>
            </a:lvl1pPr>
          </a:lstStyle>
          <a:p>
            <a:fld id="{03D1A0BF-D385-4A72-B24F-35C80431A2AC}" type="slidenum">
              <a:rPr lang="ru-RU" smtClean="0"/>
              <a:pPr/>
              <a:t>‹#›</a:t>
            </a:fld>
            <a:endParaRPr lang="ru-RU"/>
          </a:p>
        </p:txBody>
      </p:sp>
      <p:sp>
        <p:nvSpPr>
          <p:cNvPr id="12" name="Текст 37">
            <a:extLst>
              <a:ext uri="{FF2B5EF4-FFF2-40B4-BE49-F238E27FC236}">
                <a16:creationId xmlns:a16="http://schemas.microsoft.com/office/drawing/2014/main" id="{66140D71-A344-4413-B52C-808A194E8806}"/>
              </a:ext>
            </a:extLst>
          </p:cNvPr>
          <p:cNvSpPr>
            <a:spLocks noGrp="1"/>
          </p:cNvSpPr>
          <p:nvPr>
            <p:ph type="body" sz="quarter" idx="10" hasCustomPrompt="1"/>
          </p:nvPr>
        </p:nvSpPr>
        <p:spPr>
          <a:xfrm>
            <a:off x="1748663" y="1211772"/>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13" name="Текст 5">
            <a:extLst>
              <a:ext uri="{FF2B5EF4-FFF2-40B4-BE49-F238E27FC236}">
                <a16:creationId xmlns:a16="http://schemas.microsoft.com/office/drawing/2014/main" id="{4EA79751-C7F3-4470-8131-4A009B81842E}"/>
              </a:ext>
            </a:extLst>
          </p:cNvPr>
          <p:cNvSpPr>
            <a:spLocks noGrp="1"/>
          </p:cNvSpPr>
          <p:nvPr>
            <p:ph type="body" sz="quarter" idx="25" hasCustomPrompt="1"/>
          </p:nvPr>
        </p:nvSpPr>
        <p:spPr>
          <a:xfrm>
            <a:off x="1741176" y="1489846"/>
            <a:ext cx="3124199"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14" name="Текст 37">
            <a:extLst>
              <a:ext uri="{FF2B5EF4-FFF2-40B4-BE49-F238E27FC236}">
                <a16:creationId xmlns:a16="http://schemas.microsoft.com/office/drawing/2014/main" id="{56945FF1-B1F3-4F7C-A831-CF4F274D3F40}"/>
              </a:ext>
            </a:extLst>
          </p:cNvPr>
          <p:cNvSpPr>
            <a:spLocks noGrp="1"/>
          </p:cNvSpPr>
          <p:nvPr>
            <p:ph type="body" sz="quarter" idx="50" hasCustomPrompt="1"/>
          </p:nvPr>
        </p:nvSpPr>
        <p:spPr>
          <a:xfrm>
            <a:off x="1763637" y="3774936"/>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15" name="Текст 5">
            <a:extLst>
              <a:ext uri="{FF2B5EF4-FFF2-40B4-BE49-F238E27FC236}">
                <a16:creationId xmlns:a16="http://schemas.microsoft.com/office/drawing/2014/main" id="{FD9B4AF9-C639-4E91-BA6C-6CC84B048F11}"/>
              </a:ext>
            </a:extLst>
          </p:cNvPr>
          <p:cNvSpPr>
            <a:spLocks noGrp="1"/>
          </p:cNvSpPr>
          <p:nvPr>
            <p:ph type="body" sz="quarter" idx="51" hasCustomPrompt="1"/>
          </p:nvPr>
        </p:nvSpPr>
        <p:spPr>
          <a:xfrm>
            <a:off x="1756150" y="4053010"/>
            <a:ext cx="3124199"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16" name="Текст 37">
            <a:extLst>
              <a:ext uri="{FF2B5EF4-FFF2-40B4-BE49-F238E27FC236}">
                <a16:creationId xmlns:a16="http://schemas.microsoft.com/office/drawing/2014/main" id="{05E23A03-C166-4CA2-A2EA-D199AB399852}"/>
              </a:ext>
            </a:extLst>
          </p:cNvPr>
          <p:cNvSpPr>
            <a:spLocks noGrp="1"/>
          </p:cNvSpPr>
          <p:nvPr>
            <p:ph type="body" sz="quarter" idx="48" hasCustomPrompt="1"/>
          </p:nvPr>
        </p:nvSpPr>
        <p:spPr>
          <a:xfrm>
            <a:off x="1756150" y="2465027"/>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17" name="Текст 5">
            <a:extLst>
              <a:ext uri="{FF2B5EF4-FFF2-40B4-BE49-F238E27FC236}">
                <a16:creationId xmlns:a16="http://schemas.microsoft.com/office/drawing/2014/main" id="{584124F8-4608-4E3B-AA38-D79B5CC243AD}"/>
              </a:ext>
            </a:extLst>
          </p:cNvPr>
          <p:cNvSpPr>
            <a:spLocks noGrp="1"/>
          </p:cNvSpPr>
          <p:nvPr>
            <p:ph type="body" sz="quarter" idx="49" hasCustomPrompt="1"/>
          </p:nvPr>
        </p:nvSpPr>
        <p:spPr>
          <a:xfrm>
            <a:off x="1748663" y="2743101"/>
            <a:ext cx="3124199"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Tree>
    <p:extLst>
      <p:ext uri="{BB962C8B-B14F-4D97-AF65-F5344CB8AC3E}">
        <p14:creationId xmlns:p14="http://schemas.microsoft.com/office/powerpoint/2010/main" val="2167429716"/>
      </p:ext>
    </p:extLst>
  </p:cSld>
  <p:clrMapOvr>
    <a:masterClrMapping/>
  </p:clrMapOvr>
  <p:transition spd="slow">
    <p:fade thruBlk="1"/>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Макет с большой иконкой на фоне. 2">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6" name="Рисунок 5">
            <a:extLst>
              <a:ext uri="{FF2B5EF4-FFF2-40B4-BE49-F238E27FC236}">
                <a16:creationId xmlns:a16="http://schemas.microsoft.com/office/drawing/2014/main" id="{22A377C0-2B26-424F-B8A6-025414610D02}"/>
              </a:ext>
            </a:extLst>
          </p:cNvPr>
          <p:cNvSpPr>
            <a:spLocks noGrp="1"/>
          </p:cNvSpPr>
          <p:nvPr>
            <p:ph type="pic" sz="quarter" idx="45"/>
          </p:nvPr>
        </p:nvSpPr>
        <p:spPr>
          <a:xfrm>
            <a:off x="5901661" y="1923603"/>
            <a:ext cx="3124200" cy="3124200"/>
          </a:xfrm>
          <a:prstGeom prst="rect">
            <a:avLst/>
          </a:prstGeom>
        </p:spPr>
        <p:txBody>
          <a:bodyPr/>
          <a:lstStyle>
            <a:lvl1pPr marL="0" indent="0" algn="r">
              <a:buNone/>
              <a:defRPr sz="900">
                <a:solidFill>
                  <a:schemeClr val="bg1"/>
                </a:solidFill>
              </a:defRPr>
            </a:lvl1pPr>
          </a:lstStyle>
          <a:p>
            <a:endParaRPr lang="ru-RU" dirty="0"/>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209387" y="1107624"/>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4814327" y="1108128"/>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814327" y="1724741"/>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4814327" y="2768584"/>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4814327" y="3812428"/>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3" name="Текст 24">
            <a:extLst>
              <a:ext uri="{FF2B5EF4-FFF2-40B4-BE49-F238E27FC236}">
                <a16:creationId xmlns:a16="http://schemas.microsoft.com/office/drawing/2014/main" id="{0B602E1A-F69E-4A08-B334-3C0883A9F49E}"/>
              </a:ext>
            </a:extLst>
          </p:cNvPr>
          <p:cNvSpPr>
            <a:spLocks noGrp="1"/>
          </p:cNvSpPr>
          <p:nvPr>
            <p:ph type="body" sz="quarter" idx="35" hasCustomPrompt="1"/>
          </p:nvPr>
        </p:nvSpPr>
        <p:spPr>
          <a:xfrm>
            <a:off x="1209387" y="1786724"/>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74" name="Текст 24">
            <a:extLst>
              <a:ext uri="{FF2B5EF4-FFF2-40B4-BE49-F238E27FC236}">
                <a16:creationId xmlns:a16="http://schemas.microsoft.com/office/drawing/2014/main" id="{5C4FFF58-14A7-47D0-8511-85236D4A9C98}"/>
              </a:ext>
            </a:extLst>
          </p:cNvPr>
          <p:cNvSpPr>
            <a:spLocks noGrp="1"/>
          </p:cNvSpPr>
          <p:nvPr>
            <p:ph type="body" sz="quarter" idx="36" hasCustomPrompt="1"/>
          </p:nvPr>
        </p:nvSpPr>
        <p:spPr>
          <a:xfrm>
            <a:off x="1209387" y="2830567"/>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75" name="Текст 24">
            <a:extLst>
              <a:ext uri="{FF2B5EF4-FFF2-40B4-BE49-F238E27FC236}">
                <a16:creationId xmlns:a16="http://schemas.microsoft.com/office/drawing/2014/main" id="{123570D6-8759-48BD-9F05-8888CF4B4755}"/>
              </a:ext>
            </a:extLst>
          </p:cNvPr>
          <p:cNvSpPr>
            <a:spLocks noGrp="1"/>
          </p:cNvSpPr>
          <p:nvPr>
            <p:ph type="body" sz="quarter" idx="37" hasCustomPrompt="1"/>
          </p:nvPr>
        </p:nvSpPr>
        <p:spPr>
          <a:xfrm>
            <a:off x="1209387" y="3874411"/>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bg1"/>
                </a:solidFill>
              </a:defRPr>
            </a:lvl1pPr>
          </a:lstStyle>
          <a:p>
            <a:fld id="{03D1A0BF-D385-4A72-B24F-35C80431A2AC}" type="slidenum">
              <a:rPr lang="ru-RU" smtClean="0"/>
              <a:pPr/>
              <a:t>‹#›</a:t>
            </a:fld>
            <a:endParaRPr lang="ru-RU" dirty="0"/>
          </a:p>
        </p:txBody>
      </p:sp>
    </p:spTree>
    <p:extLst>
      <p:ext uri="{BB962C8B-B14F-4D97-AF65-F5344CB8AC3E}">
        <p14:creationId xmlns:p14="http://schemas.microsoft.com/office/powerpoint/2010/main" val="227102680"/>
      </p:ext>
    </p:extLst>
  </p:cSld>
  <p:clrMapOvr>
    <a:masterClrMapping/>
  </p:clrMapOvr>
  <p:transition spd="slow">
    <p:fade thruBlk="1"/>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Таймлайн со стрелочками.">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510333" y="943676"/>
            <a:ext cx="1310139" cy="454437"/>
          </a:xfrm>
          <a:prstGeom prst="rect">
            <a:avLst/>
          </a:prstGeom>
        </p:spPr>
        <p:txBody>
          <a:bodyPr anchor="ctr">
            <a:normAutofit/>
          </a:bodyPr>
          <a:lstStyle>
            <a:lvl1pPr marL="0" indent="0">
              <a:spcBef>
                <a:spcPts val="0"/>
              </a:spcBef>
              <a:buNone/>
              <a:defRPr sz="900">
                <a:solidFill>
                  <a:schemeClr val="bg1"/>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lvl1pPr>
              <a:defRPr>
                <a:solidFill>
                  <a:schemeClr val="bg1"/>
                </a:solidFill>
              </a:defRPr>
            </a:lvl1pPr>
          </a:lstStyle>
          <a:p>
            <a:fld id="{03D1A0BF-D385-4A72-B24F-35C80431A2AC}" type="slidenum">
              <a:rPr lang="ru-RU" smtClean="0"/>
              <a:pPr/>
              <a:t>‹#›</a:t>
            </a:fld>
            <a:endParaRPr lang="ru-RU"/>
          </a:p>
        </p:txBody>
      </p:sp>
      <p:cxnSp>
        <p:nvCxnSpPr>
          <p:cNvPr id="27" name="Прямая соединительная линия 26">
            <a:extLst>
              <a:ext uri="{FF2B5EF4-FFF2-40B4-BE49-F238E27FC236}">
                <a16:creationId xmlns:a16="http://schemas.microsoft.com/office/drawing/2014/main" id="{A7B4B55D-81FC-4497-AFAE-48FDFD746E6C}"/>
              </a:ext>
            </a:extLst>
          </p:cNvPr>
          <p:cNvCxnSpPr>
            <a:cxnSpLocks/>
          </p:cNvCxnSpPr>
          <p:nvPr userDrawn="1"/>
        </p:nvCxnSpPr>
        <p:spPr>
          <a:xfrm flipV="1">
            <a:off x="1227498" y="1488697"/>
            <a:ext cx="0" cy="712515"/>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Половина рамки 27">
            <a:extLst>
              <a:ext uri="{FF2B5EF4-FFF2-40B4-BE49-F238E27FC236}">
                <a16:creationId xmlns:a16="http://schemas.microsoft.com/office/drawing/2014/main" id="{53E757F2-798A-4FD0-A2EF-4CD670FE00B7}"/>
              </a:ext>
            </a:extLst>
          </p:cNvPr>
          <p:cNvSpPr/>
          <p:nvPr userDrawn="1"/>
        </p:nvSpPr>
        <p:spPr>
          <a:xfrm rot="8100000">
            <a:off x="1811404" y="1050252"/>
            <a:ext cx="177659" cy="177659"/>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29" name="Половина рамки 28">
            <a:extLst>
              <a:ext uri="{FF2B5EF4-FFF2-40B4-BE49-F238E27FC236}">
                <a16:creationId xmlns:a16="http://schemas.microsoft.com/office/drawing/2014/main" id="{0A3916C8-034E-4D98-8EE8-EF48D1D46D4B}"/>
              </a:ext>
            </a:extLst>
          </p:cNvPr>
          <p:cNvSpPr/>
          <p:nvPr userDrawn="1"/>
        </p:nvSpPr>
        <p:spPr>
          <a:xfrm rot="8100000">
            <a:off x="3348895" y="1050252"/>
            <a:ext cx="177659" cy="177659"/>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0" name="Половина рамки 29">
            <a:extLst>
              <a:ext uri="{FF2B5EF4-FFF2-40B4-BE49-F238E27FC236}">
                <a16:creationId xmlns:a16="http://schemas.microsoft.com/office/drawing/2014/main" id="{1D873DEF-F248-4A95-8A76-BD4C065EC643}"/>
              </a:ext>
            </a:extLst>
          </p:cNvPr>
          <p:cNvSpPr/>
          <p:nvPr userDrawn="1"/>
        </p:nvSpPr>
        <p:spPr>
          <a:xfrm rot="8100000">
            <a:off x="4991604" y="1050252"/>
            <a:ext cx="177659" cy="177659"/>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1" name="Половина рамки 30">
            <a:extLst>
              <a:ext uri="{FF2B5EF4-FFF2-40B4-BE49-F238E27FC236}">
                <a16:creationId xmlns:a16="http://schemas.microsoft.com/office/drawing/2014/main" id="{62B5C8D3-2D39-4D49-86C2-C84183574C01}"/>
              </a:ext>
            </a:extLst>
          </p:cNvPr>
          <p:cNvSpPr/>
          <p:nvPr userDrawn="1"/>
        </p:nvSpPr>
        <p:spPr>
          <a:xfrm rot="8100000">
            <a:off x="6664643" y="1050252"/>
            <a:ext cx="177659" cy="177659"/>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2" name="Половина рамки 31">
            <a:extLst>
              <a:ext uri="{FF2B5EF4-FFF2-40B4-BE49-F238E27FC236}">
                <a16:creationId xmlns:a16="http://schemas.microsoft.com/office/drawing/2014/main" id="{360BE78E-FFE2-48F5-ACCD-2D78BB2638E0}"/>
              </a:ext>
            </a:extLst>
          </p:cNvPr>
          <p:cNvSpPr/>
          <p:nvPr userDrawn="1"/>
        </p:nvSpPr>
        <p:spPr>
          <a:xfrm rot="8100000">
            <a:off x="8312251" y="1050252"/>
            <a:ext cx="177659" cy="177659"/>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cxnSp>
        <p:nvCxnSpPr>
          <p:cNvPr id="33" name="Прямая соединительная линия 32">
            <a:extLst>
              <a:ext uri="{FF2B5EF4-FFF2-40B4-BE49-F238E27FC236}">
                <a16:creationId xmlns:a16="http://schemas.microsoft.com/office/drawing/2014/main" id="{7FF543D9-5CA1-4E4B-82A2-9EF9492EDB28}"/>
              </a:ext>
            </a:extLst>
          </p:cNvPr>
          <p:cNvCxnSpPr>
            <a:cxnSpLocks/>
          </p:cNvCxnSpPr>
          <p:nvPr userDrawn="1"/>
        </p:nvCxnSpPr>
        <p:spPr>
          <a:xfrm flipV="1">
            <a:off x="2792578" y="1488697"/>
            <a:ext cx="0" cy="712515"/>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7ADBBE15-6136-49EB-A45A-FFE1473027C1}"/>
              </a:ext>
            </a:extLst>
          </p:cNvPr>
          <p:cNvCxnSpPr>
            <a:cxnSpLocks/>
          </p:cNvCxnSpPr>
          <p:nvPr userDrawn="1"/>
        </p:nvCxnSpPr>
        <p:spPr>
          <a:xfrm flipV="1">
            <a:off x="4395345" y="1488696"/>
            <a:ext cx="0" cy="712516"/>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a:extLst>
              <a:ext uri="{FF2B5EF4-FFF2-40B4-BE49-F238E27FC236}">
                <a16:creationId xmlns:a16="http://schemas.microsoft.com/office/drawing/2014/main" id="{E961AA74-41AE-4ADF-9D50-B2FBFF2E38AF}"/>
              </a:ext>
            </a:extLst>
          </p:cNvPr>
          <p:cNvCxnSpPr>
            <a:cxnSpLocks/>
          </p:cNvCxnSpPr>
          <p:nvPr userDrawn="1"/>
        </p:nvCxnSpPr>
        <p:spPr>
          <a:xfrm flipV="1">
            <a:off x="6076194" y="1488697"/>
            <a:ext cx="0" cy="712515"/>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a:extLst>
              <a:ext uri="{FF2B5EF4-FFF2-40B4-BE49-F238E27FC236}">
                <a16:creationId xmlns:a16="http://schemas.microsoft.com/office/drawing/2014/main" id="{FDA59C62-AA1B-4685-9B01-A7E39186C5A4}"/>
              </a:ext>
            </a:extLst>
          </p:cNvPr>
          <p:cNvCxnSpPr>
            <a:cxnSpLocks/>
          </p:cNvCxnSpPr>
          <p:nvPr userDrawn="1"/>
        </p:nvCxnSpPr>
        <p:spPr>
          <a:xfrm flipV="1">
            <a:off x="7745835" y="1488696"/>
            <a:ext cx="0" cy="712516"/>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a:extLst>
              <a:ext uri="{FF2B5EF4-FFF2-40B4-BE49-F238E27FC236}">
                <a16:creationId xmlns:a16="http://schemas.microsoft.com/office/drawing/2014/main" id="{CE158DC4-4950-4EEF-B95C-19748298EA16}"/>
              </a:ext>
            </a:extLst>
          </p:cNvPr>
          <p:cNvCxnSpPr>
            <a:cxnSpLocks/>
          </p:cNvCxnSpPr>
          <p:nvPr userDrawn="1"/>
        </p:nvCxnSpPr>
        <p:spPr>
          <a:xfrm>
            <a:off x="453182" y="1488695"/>
            <a:ext cx="8229554" cy="0"/>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39" name="Текст 37">
            <a:extLst>
              <a:ext uri="{FF2B5EF4-FFF2-40B4-BE49-F238E27FC236}">
                <a16:creationId xmlns:a16="http://schemas.microsoft.com/office/drawing/2014/main" id="{83165118-5B2A-44AA-84D9-73D9E046E7FD}"/>
              </a:ext>
            </a:extLst>
          </p:cNvPr>
          <p:cNvSpPr>
            <a:spLocks noGrp="1"/>
          </p:cNvSpPr>
          <p:nvPr>
            <p:ph type="body" sz="quarter" idx="46" hasCustomPrompt="1"/>
          </p:nvPr>
        </p:nvSpPr>
        <p:spPr>
          <a:xfrm>
            <a:off x="2135144" y="943676"/>
            <a:ext cx="1310139" cy="454437"/>
          </a:xfrm>
          <a:prstGeom prst="rect">
            <a:avLst/>
          </a:prstGeom>
        </p:spPr>
        <p:txBody>
          <a:bodyPr anchor="ctr">
            <a:normAutofit/>
          </a:bodyPr>
          <a:lstStyle>
            <a:lvl1pPr marL="0" indent="0">
              <a:spcBef>
                <a:spcPts val="0"/>
              </a:spcBef>
              <a:buNone/>
              <a:defRPr sz="900">
                <a:solidFill>
                  <a:schemeClr val="bg1"/>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0" name="Текст 37">
            <a:extLst>
              <a:ext uri="{FF2B5EF4-FFF2-40B4-BE49-F238E27FC236}">
                <a16:creationId xmlns:a16="http://schemas.microsoft.com/office/drawing/2014/main" id="{551B53DB-3777-46F1-A922-482B508B6396}"/>
              </a:ext>
            </a:extLst>
          </p:cNvPr>
          <p:cNvSpPr>
            <a:spLocks noGrp="1"/>
          </p:cNvSpPr>
          <p:nvPr>
            <p:ph type="body" sz="quarter" idx="47" hasCustomPrompt="1"/>
          </p:nvPr>
        </p:nvSpPr>
        <p:spPr>
          <a:xfrm>
            <a:off x="3735594" y="943676"/>
            <a:ext cx="1310139" cy="454437"/>
          </a:xfrm>
          <a:prstGeom prst="rect">
            <a:avLst/>
          </a:prstGeom>
        </p:spPr>
        <p:txBody>
          <a:bodyPr anchor="ctr">
            <a:normAutofit/>
          </a:bodyPr>
          <a:lstStyle>
            <a:lvl1pPr marL="0" indent="0">
              <a:spcBef>
                <a:spcPts val="0"/>
              </a:spcBef>
              <a:buNone/>
              <a:defRPr sz="900">
                <a:solidFill>
                  <a:schemeClr val="bg1"/>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1" name="Текст 37">
            <a:extLst>
              <a:ext uri="{FF2B5EF4-FFF2-40B4-BE49-F238E27FC236}">
                <a16:creationId xmlns:a16="http://schemas.microsoft.com/office/drawing/2014/main" id="{6BD34133-FA19-434C-871C-F510A81672BB}"/>
              </a:ext>
            </a:extLst>
          </p:cNvPr>
          <p:cNvSpPr>
            <a:spLocks noGrp="1"/>
          </p:cNvSpPr>
          <p:nvPr>
            <p:ph type="body" sz="quarter" idx="48" hasCustomPrompt="1"/>
          </p:nvPr>
        </p:nvSpPr>
        <p:spPr>
          <a:xfrm>
            <a:off x="5367267" y="943676"/>
            <a:ext cx="1310139" cy="454437"/>
          </a:xfrm>
          <a:prstGeom prst="rect">
            <a:avLst/>
          </a:prstGeom>
        </p:spPr>
        <p:txBody>
          <a:bodyPr anchor="ctr">
            <a:normAutofit/>
          </a:bodyPr>
          <a:lstStyle>
            <a:lvl1pPr marL="0" indent="0">
              <a:spcBef>
                <a:spcPts val="0"/>
              </a:spcBef>
              <a:buNone/>
              <a:defRPr sz="900">
                <a:solidFill>
                  <a:schemeClr val="bg1"/>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2" name="Текст 37">
            <a:extLst>
              <a:ext uri="{FF2B5EF4-FFF2-40B4-BE49-F238E27FC236}">
                <a16:creationId xmlns:a16="http://schemas.microsoft.com/office/drawing/2014/main" id="{BB1CFEB3-1539-4C1D-8817-3ECFDD2610BE}"/>
              </a:ext>
            </a:extLst>
          </p:cNvPr>
          <p:cNvSpPr>
            <a:spLocks noGrp="1"/>
          </p:cNvSpPr>
          <p:nvPr>
            <p:ph type="body" sz="quarter" idx="49" hasCustomPrompt="1"/>
          </p:nvPr>
        </p:nvSpPr>
        <p:spPr>
          <a:xfrm>
            <a:off x="7034926" y="943676"/>
            <a:ext cx="1310139" cy="454437"/>
          </a:xfrm>
          <a:prstGeom prst="rect">
            <a:avLst/>
          </a:prstGeom>
        </p:spPr>
        <p:txBody>
          <a:bodyPr anchor="ctr">
            <a:normAutofit/>
          </a:bodyPr>
          <a:lstStyle>
            <a:lvl1pPr marL="0" indent="0">
              <a:spcBef>
                <a:spcPts val="0"/>
              </a:spcBef>
              <a:buNone/>
              <a:defRPr sz="900">
                <a:solidFill>
                  <a:schemeClr val="bg1"/>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6" name="Текст 5">
            <a:extLst>
              <a:ext uri="{FF2B5EF4-FFF2-40B4-BE49-F238E27FC236}">
                <a16:creationId xmlns:a16="http://schemas.microsoft.com/office/drawing/2014/main" id="{033F5BCC-B9BE-4CB8-9AE3-FFFE407CE5EC}"/>
              </a:ext>
            </a:extLst>
          </p:cNvPr>
          <p:cNvSpPr>
            <a:spLocks noGrp="1"/>
          </p:cNvSpPr>
          <p:nvPr>
            <p:ph type="body" sz="quarter" idx="53" hasCustomPrompt="1"/>
          </p:nvPr>
        </p:nvSpPr>
        <p:spPr>
          <a:xfrm>
            <a:off x="7034926" y="1830324"/>
            <a:ext cx="1466141" cy="467045"/>
          </a:xfrm>
          <a:prstGeom prst="rect">
            <a:avLst/>
          </a:prstGeom>
          <a:solidFill>
            <a:schemeClr val="bg1"/>
          </a:solidFill>
          <a:effectLst>
            <a:outerShdw blurRad="152400" dist="38100" dir="2700000" algn="tl" rotWithShape="0">
              <a:prstClr val="black">
                <a:alpha val="21000"/>
              </a:prstClr>
            </a:outerShdw>
          </a:effectLst>
        </p:spPr>
        <p:txBody>
          <a:bodyPr/>
          <a:lstStyle>
            <a:lvl1pPr marL="0" indent="0">
              <a:buNone/>
              <a:defRPr sz="900">
                <a:solidFill>
                  <a:schemeClr val="bg2"/>
                </a:solidFill>
              </a:defRPr>
            </a:lvl1pPr>
          </a:lstStyle>
          <a:p>
            <a:pPr lvl="0"/>
            <a:r>
              <a:rPr lang="en-US" dirty="0"/>
              <a:t>On the other hand, we denounce with righteous indignation and dislike</a:t>
            </a:r>
          </a:p>
        </p:txBody>
      </p:sp>
      <p:sp>
        <p:nvSpPr>
          <p:cNvPr id="47" name="Текст 5">
            <a:extLst>
              <a:ext uri="{FF2B5EF4-FFF2-40B4-BE49-F238E27FC236}">
                <a16:creationId xmlns:a16="http://schemas.microsoft.com/office/drawing/2014/main" id="{EFD790C9-87B7-4F03-AC8F-75B39046977C}"/>
              </a:ext>
            </a:extLst>
          </p:cNvPr>
          <p:cNvSpPr>
            <a:spLocks noGrp="1"/>
          </p:cNvSpPr>
          <p:nvPr>
            <p:ph type="body" sz="quarter" idx="54" hasCustomPrompt="1"/>
          </p:nvPr>
        </p:nvSpPr>
        <p:spPr>
          <a:xfrm>
            <a:off x="5367267" y="1828187"/>
            <a:ext cx="1466141" cy="467045"/>
          </a:xfrm>
          <a:prstGeom prst="rect">
            <a:avLst/>
          </a:prstGeom>
          <a:solidFill>
            <a:schemeClr val="bg1"/>
          </a:solidFill>
          <a:effectLst>
            <a:outerShdw blurRad="152400" dist="38100" dir="2700000" algn="tl" rotWithShape="0">
              <a:prstClr val="black">
                <a:alpha val="21000"/>
              </a:prstClr>
            </a:outerShdw>
          </a:effectLst>
        </p:spPr>
        <p:txBody>
          <a:bodyPr/>
          <a:lstStyle>
            <a:lvl1pPr marL="0" indent="0">
              <a:buNone/>
              <a:defRPr sz="900">
                <a:solidFill>
                  <a:schemeClr val="bg2"/>
                </a:solidFill>
              </a:defRPr>
            </a:lvl1pPr>
          </a:lstStyle>
          <a:p>
            <a:pPr lvl="0"/>
            <a:r>
              <a:rPr lang="en-US" dirty="0"/>
              <a:t>On the other hand, we denounce with righteous indignation and dislike</a:t>
            </a:r>
          </a:p>
        </p:txBody>
      </p:sp>
      <p:sp>
        <p:nvSpPr>
          <p:cNvPr id="48" name="Текст 5">
            <a:extLst>
              <a:ext uri="{FF2B5EF4-FFF2-40B4-BE49-F238E27FC236}">
                <a16:creationId xmlns:a16="http://schemas.microsoft.com/office/drawing/2014/main" id="{240DA09D-0EED-4A6F-B3FA-17D50C256A03}"/>
              </a:ext>
            </a:extLst>
          </p:cNvPr>
          <p:cNvSpPr>
            <a:spLocks noGrp="1"/>
          </p:cNvSpPr>
          <p:nvPr>
            <p:ph type="body" sz="quarter" idx="55" hasCustomPrompt="1"/>
          </p:nvPr>
        </p:nvSpPr>
        <p:spPr>
          <a:xfrm>
            <a:off x="3735594" y="1828187"/>
            <a:ext cx="1466141" cy="467045"/>
          </a:xfrm>
          <a:prstGeom prst="rect">
            <a:avLst/>
          </a:prstGeom>
          <a:solidFill>
            <a:schemeClr val="bg1"/>
          </a:solidFill>
          <a:effectLst>
            <a:outerShdw blurRad="152400" dist="38100" dir="2700000" algn="tl" rotWithShape="0">
              <a:prstClr val="black">
                <a:alpha val="21000"/>
              </a:prstClr>
            </a:outerShdw>
          </a:effectLst>
        </p:spPr>
        <p:txBody>
          <a:bodyPr/>
          <a:lstStyle>
            <a:lvl1pPr marL="0" indent="0">
              <a:buNone/>
              <a:defRPr sz="900">
                <a:solidFill>
                  <a:schemeClr val="bg2"/>
                </a:solidFill>
              </a:defRPr>
            </a:lvl1pPr>
          </a:lstStyle>
          <a:p>
            <a:pPr lvl="0"/>
            <a:r>
              <a:rPr lang="en-US" dirty="0"/>
              <a:t>On the other hand, we denounce with righteous indignation and dislike</a:t>
            </a:r>
          </a:p>
        </p:txBody>
      </p:sp>
      <p:sp>
        <p:nvSpPr>
          <p:cNvPr id="49" name="Текст 5">
            <a:extLst>
              <a:ext uri="{FF2B5EF4-FFF2-40B4-BE49-F238E27FC236}">
                <a16:creationId xmlns:a16="http://schemas.microsoft.com/office/drawing/2014/main" id="{FA3D4539-D1B4-42ED-B537-8B06035AFE70}"/>
              </a:ext>
            </a:extLst>
          </p:cNvPr>
          <p:cNvSpPr>
            <a:spLocks noGrp="1"/>
          </p:cNvSpPr>
          <p:nvPr>
            <p:ph type="body" sz="quarter" idx="56" hasCustomPrompt="1"/>
          </p:nvPr>
        </p:nvSpPr>
        <p:spPr>
          <a:xfrm>
            <a:off x="2135144" y="1820633"/>
            <a:ext cx="1466141" cy="467045"/>
          </a:xfrm>
          <a:prstGeom prst="rect">
            <a:avLst/>
          </a:prstGeom>
          <a:solidFill>
            <a:schemeClr val="bg1"/>
          </a:solidFill>
          <a:effectLst>
            <a:outerShdw blurRad="152400" dist="38100" dir="2700000" algn="tl" rotWithShape="0">
              <a:prstClr val="black">
                <a:alpha val="21000"/>
              </a:prstClr>
            </a:outerShdw>
          </a:effectLst>
        </p:spPr>
        <p:txBody>
          <a:bodyPr/>
          <a:lstStyle>
            <a:lvl1pPr marL="0" indent="0">
              <a:buNone/>
              <a:defRPr sz="900">
                <a:solidFill>
                  <a:schemeClr val="bg2"/>
                </a:solidFill>
              </a:defRPr>
            </a:lvl1pPr>
          </a:lstStyle>
          <a:p>
            <a:pPr lvl="0"/>
            <a:r>
              <a:rPr lang="en-US" dirty="0"/>
              <a:t>On the other hand, we denounce with righteous indignation and dislike</a:t>
            </a:r>
          </a:p>
        </p:txBody>
      </p:sp>
      <p:sp>
        <p:nvSpPr>
          <p:cNvPr id="50" name="Текст 5">
            <a:extLst>
              <a:ext uri="{FF2B5EF4-FFF2-40B4-BE49-F238E27FC236}">
                <a16:creationId xmlns:a16="http://schemas.microsoft.com/office/drawing/2014/main" id="{6FD34F6C-CE0E-4246-8FC7-7E8FBF12FAD8}"/>
              </a:ext>
            </a:extLst>
          </p:cNvPr>
          <p:cNvSpPr>
            <a:spLocks noGrp="1"/>
          </p:cNvSpPr>
          <p:nvPr>
            <p:ph type="body" sz="quarter" idx="57" hasCustomPrompt="1"/>
          </p:nvPr>
        </p:nvSpPr>
        <p:spPr>
          <a:xfrm>
            <a:off x="510333" y="1809956"/>
            <a:ext cx="1466141" cy="467045"/>
          </a:xfrm>
          <a:prstGeom prst="rect">
            <a:avLst/>
          </a:prstGeom>
          <a:solidFill>
            <a:schemeClr val="bg1"/>
          </a:solidFill>
          <a:effectLst>
            <a:outerShdw blurRad="152400" dist="38100" dir="2700000" algn="tl" rotWithShape="0">
              <a:prstClr val="black">
                <a:alpha val="21000"/>
              </a:prstClr>
            </a:outerShdw>
          </a:effectLst>
        </p:spPr>
        <p:txBody>
          <a:bodyPr/>
          <a:lstStyle>
            <a:lvl1pPr marL="0" indent="0">
              <a:buNone/>
              <a:defRPr sz="900">
                <a:solidFill>
                  <a:schemeClr val="bg2"/>
                </a:solidFill>
              </a:defRPr>
            </a:lvl1pPr>
          </a:lstStyle>
          <a:p>
            <a:pPr lvl="0"/>
            <a:r>
              <a:rPr lang="en-US" dirty="0"/>
              <a:t>On the other hand, we denounce with righteous indignation and dislike</a:t>
            </a:r>
          </a:p>
        </p:txBody>
      </p:sp>
    </p:spTree>
    <p:extLst>
      <p:ext uri="{BB962C8B-B14F-4D97-AF65-F5344CB8AC3E}">
        <p14:creationId xmlns:p14="http://schemas.microsoft.com/office/powerpoint/2010/main" val="1333934924"/>
      </p:ext>
    </p:extLst>
  </p:cSld>
  <p:clrMapOvr>
    <a:masterClrMapping/>
  </p:clrMapOvr>
  <p:transition spd="slow">
    <p:fade thruBlk="1"/>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Три плашки с тремя подзаголовками.">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427290" y="1044774"/>
            <a:ext cx="8297965" cy="372059"/>
          </a:xfrm>
          <a:prstGeom prst="rect">
            <a:avLst/>
          </a:prstGeom>
          <a:solidFill>
            <a:schemeClr val="lt1"/>
          </a:solidFill>
          <a:ln>
            <a:noFill/>
          </a:ln>
          <a:effectLst>
            <a:outerShdw blurRad="254000" dist="381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ED3346D-1E61-48F4-87F1-352EB49B59EA}"/>
              </a:ext>
            </a:extLst>
          </p:cNvPr>
          <p:cNvSpPr/>
          <p:nvPr userDrawn="1"/>
        </p:nvSpPr>
        <p:spPr>
          <a:xfrm>
            <a:off x="427290" y="1513436"/>
            <a:ext cx="8297965" cy="991254"/>
          </a:xfrm>
          <a:prstGeom prst="rect">
            <a:avLst/>
          </a:prstGeom>
          <a:solidFill>
            <a:schemeClr val="lt1"/>
          </a:solidFill>
          <a:ln>
            <a:noFill/>
          </a:ln>
          <a:effectLst>
            <a:outerShdw blurRad="254000" dist="381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0D0C0806-41EF-4D4A-B044-3E6D460B3C74}"/>
              </a:ext>
            </a:extLst>
          </p:cNvPr>
          <p:cNvSpPr/>
          <p:nvPr userDrawn="1"/>
        </p:nvSpPr>
        <p:spPr>
          <a:xfrm>
            <a:off x="427290" y="2557279"/>
            <a:ext cx="8297965" cy="991254"/>
          </a:xfrm>
          <a:prstGeom prst="rect">
            <a:avLst/>
          </a:prstGeom>
          <a:solidFill>
            <a:schemeClr val="lt1"/>
          </a:solidFill>
          <a:ln>
            <a:noFill/>
          </a:ln>
          <a:effectLst>
            <a:outerShdw blurRad="254000" dist="381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50735274-D8D0-4B93-AF95-7CA8AEFB9267}"/>
              </a:ext>
            </a:extLst>
          </p:cNvPr>
          <p:cNvSpPr/>
          <p:nvPr userDrawn="1"/>
        </p:nvSpPr>
        <p:spPr>
          <a:xfrm>
            <a:off x="427290" y="3601123"/>
            <a:ext cx="8297965" cy="991254"/>
          </a:xfrm>
          <a:prstGeom prst="rect">
            <a:avLst/>
          </a:prstGeom>
          <a:solidFill>
            <a:schemeClr val="lt1"/>
          </a:solidFill>
          <a:ln>
            <a:noFill/>
          </a:ln>
          <a:effectLst>
            <a:outerShdw blurRad="254000" dist="381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181924" y="1107624"/>
            <a:ext cx="1530758" cy="230821"/>
          </a:xfrm>
          <a:prstGeom prst="rect">
            <a:avLst/>
          </a:prstGeom>
        </p:spPr>
        <p:txBody>
          <a:bodyPr anchor="ctr">
            <a:normAutofit/>
          </a:bodyPr>
          <a:lstStyle>
            <a:lvl1pPr marL="0" indent="0">
              <a:buNone/>
              <a:defRPr sz="1400">
                <a:solidFill>
                  <a:schemeClr val="bg2"/>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6204708" y="1107624"/>
            <a:ext cx="1530758" cy="230821"/>
          </a:xfrm>
          <a:prstGeom prst="rect">
            <a:avLst/>
          </a:prstGeom>
        </p:spPr>
        <p:txBody>
          <a:bodyPr anchor="ctr">
            <a:normAutofit/>
          </a:bodyPr>
          <a:lstStyle>
            <a:lvl1pPr marL="0" indent="0">
              <a:buNone/>
              <a:defRPr sz="1400">
                <a:solidFill>
                  <a:schemeClr val="bg2"/>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6204708" y="1724741"/>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6204708" y="2768584"/>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6204708" y="3812428"/>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lvl1pPr>
              <a:defRPr>
                <a:solidFill>
                  <a:schemeClr val="bg1"/>
                </a:solidFill>
              </a:defRPr>
            </a:lvl1pPr>
          </a:lstStyle>
          <a:p>
            <a:fld id="{03D1A0BF-D385-4A72-B24F-35C80431A2AC}" type="slidenum">
              <a:rPr lang="ru-RU" smtClean="0"/>
              <a:pPr/>
              <a:t>‹#›</a:t>
            </a:fld>
            <a:endParaRPr lang="ru-RU"/>
          </a:p>
        </p:txBody>
      </p:sp>
      <p:sp>
        <p:nvSpPr>
          <p:cNvPr id="20" name="Текст 5">
            <a:extLst>
              <a:ext uri="{FF2B5EF4-FFF2-40B4-BE49-F238E27FC236}">
                <a16:creationId xmlns:a16="http://schemas.microsoft.com/office/drawing/2014/main" id="{520374CB-A680-4484-B687-57D41E09B908}"/>
              </a:ext>
            </a:extLst>
          </p:cNvPr>
          <p:cNvSpPr>
            <a:spLocks noGrp="1"/>
          </p:cNvSpPr>
          <p:nvPr>
            <p:ph type="body" sz="quarter" idx="45" hasCustomPrompt="1"/>
          </p:nvPr>
        </p:nvSpPr>
        <p:spPr>
          <a:xfrm>
            <a:off x="1181924" y="1724741"/>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1" name="Текст 5">
            <a:extLst>
              <a:ext uri="{FF2B5EF4-FFF2-40B4-BE49-F238E27FC236}">
                <a16:creationId xmlns:a16="http://schemas.microsoft.com/office/drawing/2014/main" id="{9273FD59-F6FB-4550-9CA0-F2E33FA7C138}"/>
              </a:ext>
            </a:extLst>
          </p:cNvPr>
          <p:cNvSpPr>
            <a:spLocks noGrp="1"/>
          </p:cNvSpPr>
          <p:nvPr>
            <p:ph type="body" sz="quarter" idx="46" hasCustomPrompt="1"/>
          </p:nvPr>
        </p:nvSpPr>
        <p:spPr>
          <a:xfrm>
            <a:off x="1181924" y="2768584"/>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2" name="Текст 5">
            <a:extLst>
              <a:ext uri="{FF2B5EF4-FFF2-40B4-BE49-F238E27FC236}">
                <a16:creationId xmlns:a16="http://schemas.microsoft.com/office/drawing/2014/main" id="{47281DBF-51B7-454E-B547-0FAF6FF14676}"/>
              </a:ext>
            </a:extLst>
          </p:cNvPr>
          <p:cNvSpPr>
            <a:spLocks noGrp="1"/>
          </p:cNvSpPr>
          <p:nvPr>
            <p:ph type="body" sz="quarter" idx="47" hasCustomPrompt="1"/>
          </p:nvPr>
        </p:nvSpPr>
        <p:spPr>
          <a:xfrm>
            <a:off x="1181924" y="3812428"/>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3" name="Текст 37">
            <a:extLst>
              <a:ext uri="{FF2B5EF4-FFF2-40B4-BE49-F238E27FC236}">
                <a16:creationId xmlns:a16="http://schemas.microsoft.com/office/drawing/2014/main" id="{57B57E83-DFCE-4C2E-88FE-E5E4D4EB9875}"/>
              </a:ext>
            </a:extLst>
          </p:cNvPr>
          <p:cNvSpPr>
            <a:spLocks noGrp="1"/>
          </p:cNvSpPr>
          <p:nvPr>
            <p:ph type="body" sz="quarter" idx="48" hasCustomPrompt="1"/>
          </p:nvPr>
        </p:nvSpPr>
        <p:spPr>
          <a:xfrm>
            <a:off x="3689043" y="1107624"/>
            <a:ext cx="1530758" cy="230821"/>
          </a:xfrm>
          <a:prstGeom prst="rect">
            <a:avLst/>
          </a:prstGeom>
        </p:spPr>
        <p:txBody>
          <a:bodyPr anchor="ctr">
            <a:normAutofit/>
          </a:bodyPr>
          <a:lstStyle>
            <a:lvl1pPr marL="0" indent="0">
              <a:buNone/>
              <a:defRPr sz="1400">
                <a:solidFill>
                  <a:schemeClr val="bg2"/>
                </a:solidFill>
                <a:latin typeface="Arial Black" panose="020B0A04020102020204" pitchFamily="34" charset="0"/>
              </a:defRPr>
            </a:lvl1pPr>
          </a:lstStyle>
          <a:p>
            <a:pPr lvl="0"/>
            <a:r>
              <a:rPr lang="ru-RU" dirty="0"/>
              <a:t>ЗАГОЛОВОК</a:t>
            </a:r>
          </a:p>
        </p:txBody>
      </p:sp>
      <p:sp>
        <p:nvSpPr>
          <p:cNvPr id="24" name="Текст 5">
            <a:extLst>
              <a:ext uri="{FF2B5EF4-FFF2-40B4-BE49-F238E27FC236}">
                <a16:creationId xmlns:a16="http://schemas.microsoft.com/office/drawing/2014/main" id="{3EC64F38-A914-4CE0-852E-E17FC20EA533}"/>
              </a:ext>
            </a:extLst>
          </p:cNvPr>
          <p:cNvSpPr>
            <a:spLocks noGrp="1"/>
          </p:cNvSpPr>
          <p:nvPr>
            <p:ph type="body" sz="quarter" idx="49" hasCustomPrompt="1"/>
          </p:nvPr>
        </p:nvSpPr>
        <p:spPr>
          <a:xfrm>
            <a:off x="3689043" y="1724741"/>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5" name="Текст 5">
            <a:extLst>
              <a:ext uri="{FF2B5EF4-FFF2-40B4-BE49-F238E27FC236}">
                <a16:creationId xmlns:a16="http://schemas.microsoft.com/office/drawing/2014/main" id="{585E7DA6-B7F1-4D6B-AA44-1BDFDB6526CD}"/>
              </a:ext>
            </a:extLst>
          </p:cNvPr>
          <p:cNvSpPr>
            <a:spLocks noGrp="1"/>
          </p:cNvSpPr>
          <p:nvPr>
            <p:ph type="body" sz="quarter" idx="50" hasCustomPrompt="1"/>
          </p:nvPr>
        </p:nvSpPr>
        <p:spPr>
          <a:xfrm>
            <a:off x="3689043" y="2768584"/>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6" name="Текст 5">
            <a:extLst>
              <a:ext uri="{FF2B5EF4-FFF2-40B4-BE49-F238E27FC236}">
                <a16:creationId xmlns:a16="http://schemas.microsoft.com/office/drawing/2014/main" id="{5EF1902C-98F7-4C41-A15F-CE0FAFB0BB88}"/>
              </a:ext>
            </a:extLst>
          </p:cNvPr>
          <p:cNvSpPr>
            <a:spLocks noGrp="1"/>
          </p:cNvSpPr>
          <p:nvPr>
            <p:ph type="body" sz="quarter" idx="51" hasCustomPrompt="1"/>
          </p:nvPr>
        </p:nvSpPr>
        <p:spPr>
          <a:xfrm>
            <a:off x="3689043" y="3812428"/>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Tree>
    <p:extLst>
      <p:ext uri="{BB962C8B-B14F-4D97-AF65-F5344CB8AC3E}">
        <p14:creationId xmlns:p14="http://schemas.microsoft.com/office/powerpoint/2010/main" val="2110315695"/>
      </p:ext>
    </p:extLst>
  </p:cSld>
  <p:clrMapOvr>
    <a:masterClrMapping/>
  </p:clrMapOvr>
  <p:transition spd="slow">
    <p:fade thruBlk="1"/>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Плашка с текстом.">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423018" y="1044773"/>
            <a:ext cx="8297965" cy="3724077"/>
          </a:xfrm>
          <a:prstGeom prst="rect">
            <a:avLst/>
          </a:prstGeom>
          <a:solidFill>
            <a:schemeClr val="lt1"/>
          </a:solidFill>
          <a:ln>
            <a:noFill/>
          </a:ln>
          <a:effectLst>
            <a:outerShdw blurRad="215900" dist="38100" dir="27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225185" y="1302750"/>
            <a:ext cx="2022749" cy="477580"/>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ОДИН</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350343" y="1257218"/>
            <a:ext cx="3555050" cy="568645"/>
          </a:xfrm>
          <a:prstGeom prst="rect">
            <a:avLst/>
          </a:prstGeom>
        </p:spPr>
        <p:txBody>
          <a:bodyPr/>
          <a:lstStyle>
            <a:lvl1pPr marL="0" indent="0">
              <a:buNone/>
              <a:defRPr sz="10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lvl1pPr>
              <a:defRPr>
                <a:solidFill>
                  <a:schemeClr val="bg1"/>
                </a:solidFill>
              </a:defRPr>
            </a:lvl1pPr>
          </a:lstStyle>
          <a:p>
            <a:fld id="{03D1A0BF-D385-4A72-B24F-35C80431A2AC}" type="slidenum">
              <a:rPr lang="ru-RU" smtClean="0"/>
              <a:pPr/>
              <a:t>‹#›</a:t>
            </a:fld>
            <a:endParaRPr lang="ru-RU" dirty="0"/>
          </a:p>
        </p:txBody>
      </p:sp>
      <p:sp>
        <p:nvSpPr>
          <p:cNvPr id="27" name="Текст 37">
            <a:extLst>
              <a:ext uri="{FF2B5EF4-FFF2-40B4-BE49-F238E27FC236}">
                <a16:creationId xmlns:a16="http://schemas.microsoft.com/office/drawing/2014/main" id="{3331C2F3-7F2D-4451-8C2C-F15D084C56E2}"/>
              </a:ext>
            </a:extLst>
          </p:cNvPr>
          <p:cNvSpPr>
            <a:spLocks noGrp="1"/>
          </p:cNvSpPr>
          <p:nvPr>
            <p:ph type="body" sz="quarter" idx="45" hasCustomPrompt="1"/>
          </p:nvPr>
        </p:nvSpPr>
        <p:spPr>
          <a:xfrm>
            <a:off x="1225185" y="1977463"/>
            <a:ext cx="2022749" cy="477580"/>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ДВА</a:t>
            </a:r>
          </a:p>
        </p:txBody>
      </p:sp>
      <p:sp>
        <p:nvSpPr>
          <p:cNvPr id="28" name="Текст 5">
            <a:extLst>
              <a:ext uri="{FF2B5EF4-FFF2-40B4-BE49-F238E27FC236}">
                <a16:creationId xmlns:a16="http://schemas.microsoft.com/office/drawing/2014/main" id="{172CD0A8-C89C-44EE-9D15-5421F221079C}"/>
              </a:ext>
            </a:extLst>
          </p:cNvPr>
          <p:cNvSpPr>
            <a:spLocks noGrp="1"/>
          </p:cNvSpPr>
          <p:nvPr>
            <p:ph type="body" sz="quarter" idx="46" hasCustomPrompt="1"/>
          </p:nvPr>
        </p:nvSpPr>
        <p:spPr>
          <a:xfrm>
            <a:off x="4350343" y="1931931"/>
            <a:ext cx="3555050" cy="568645"/>
          </a:xfrm>
          <a:prstGeom prst="rect">
            <a:avLst/>
          </a:prstGeom>
        </p:spPr>
        <p:txBody>
          <a:bodyPr/>
          <a:lstStyle>
            <a:lvl1pPr marL="0" indent="0">
              <a:buNone/>
              <a:defRPr sz="10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9" name="Текст 37">
            <a:extLst>
              <a:ext uri="{FF2B5EF4-FFF2-40B4-BE49-F238E27FC236}">
                <a16:creationId xmlns:a16="http://schemas.microsoft.com/office/drawing/2014/main" id="{E39FFB71-4C52-4BC1-A2D2-7CA240F707CF}"/>
              </a:ext>
            </a:extLst>
          </p:cNvPr>
          <p:cNvSpPr>
            <a:spLocks noGrp="1"/>
          </p:cNvSpPr>
          <p:nvPr>
            <p:ph type="body" sz="quarter" idx="47" hasCustomPrompt="1"/>
          </p:nvPr>
        </p:nvSpPr>
        <p:spPr>
          <a:xfrm>
            <a:off x="1222513" y="2635084"/>
            <a:ext cx="2022749" cy="477580"/>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ТРИ</a:t>
            </a:r>
          </a:p>
        </p:txBody>
      </p:sp>
      <p:sp>
        <p:nvSpPr>
          <p:cNvPr id="30" name="Текст 5">
            <a:extLst>
              <a:ext uri="{FF2B5EF4-FFF2-40B4-BE49-F238E27FC236}">
                <a16:creationId xmlns:a16="http://schemas.microsoft.com/office/drawing/2014/main" id="{6FE93DEE-E9C0-4FB4-BCEC-BDF56653D150}"/>
              </a:ext>
            </a:extLst>
          </p:cNvPr>
          <p:cNvSpPr>
            <a:spLocks noGrp="1"/>
          </p:cNvSpPr>
          <p:nvPr>
            <p:ph type="body" sz="quarter" idx="48" hasCustomPrompt="1"/>
          </p:nvPr>
        </p:nvSpPr>
        <p:spPr>
          <a:xfrm>
            <a:off x="4347671" y="2589552"/>
            <a:ext cx="3555050" cy="568645"/>
          </a:xfrm>
          <a:prstGeom prst="rect">
            <a:avLst/>
          </a:prstGeom>
        </p:spPr>
        <p:txBody>
          <a:bodyPr/>
          <a:lstStyle>
            <a:lvl1pPr marL="0" indent="0">
              <a:buNone/>
              <a:defRPr sz="10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31" name="Текст 37">
            <a:extLst>
              <a:ext uri="{FF2B5EF4-FFF2-40B4-BE49-F238E27FC236}">
                <a16:creationId xmlns:a16="http://schemas.microsoft.com/office/drawing/2014/main" id="{E4F417CF-28AB-4ED0-A6C6-37F320F1C1B6}"/>
              </a:ext>
            </a:extLst>
          </p:cNvPr>
          <p:cNvSpPr>
            <a:spLocks noGrp="1"/>
          </p:cNvSpPr>
          <p:nvPr>
            <p:ph type="body" sz="quarter" idx="49" hasCustomPrompt="1"/>
          </p:nvPr>
        </p:nvSpPr>
        <p:spPr>
          <a:xfrm>
            <a:off x="1222513" y="3301251"/>
            <a:ext cx="2022749" cy="477580"/>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ЧЕТЫРЕ</a:t>
            </a:r>
          </a:p>
        </p:txBody>
      </p:sp>
      <p:sp>
        <p:nvSpPr>
          <p:cNvPr id="32" name="Текст 5">
            <a:extLst>
              <a:ext uri="{FF2B5EF4-FFF2-40B4-BE49-F238E27FC236}">
                <a16:creationId xmlns:a16="http://schemas.microsoft.com/office/drawing/2014/main" id="{4357B953-4D6C-4013-AF45-840DF415CD33}"/>
              </a:ext>
            </a:extLst>
          </p:cNvPr>
          <p:cNvSpPr>
            <a:spLocks noGrp="1"/>
          </p:cNvSpPr>
          <p:nvPr>
            <p:ph type="body" sz="quarter" idx="50" hasCustomPrompt="1"/>
          </p:nvPr>
        </p:nvSpPr>
        <p:spPr>
          <a:xfrm>
            <a:off x="4347671" y="3255719"/>
            <a:ext cx="3555050" cy="568645"/>
          </a:xfrm>
          <a:prstGeom prst="rect">
            <a:avLst/>
          </a:prstGeom>
        </p:spPr>
        <p:txBody>
          <a:bodyPr/>
          <a:lstStyle>
            <a:lvl1pPr marL="0" indent="0">
              <a:buNone/>
              <a:defRPr sz="10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33" name="Текст 37">
            <a:extLst>
              <a:ext uri="{FF2B5EF4-FFF2-40B4-BE49-F238E27FC236}">
                <a16:creationId xmlns:a16="http://schemas.microsoft.com/office/drawing/2014/main" id="{587063FF-A54F-4301-95F8-86009E7DE6D4}"/>
              </a:ext>
            </a:extLst>
          </p:cNvPr>
          <p:cNvSpPr>
            <a:spLocks noGrp="1"/>
          </p:cNvSpPr>
          <p:nvPr>
            <p:ph type="body" sz="quarter" idx="51" hasCustomPrompt="1"/>
          </p:nvPr>
        </p:nvSpPr>
        <p:spPr>
          <a:xfrm>
            <a:off x="1222513" y="3973023"/>
            <a:ext cx="2022749" cy="477580"/>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ПЯТЬ</a:t>
            </a:r>
          </a:p>
        </p:txBody>
      </p:sp>
      <p:sp>
        <p:nvSpPr>
          <p:cNvPr id="34" name="Текст 5">
            <a:extLst>
              <a:ext uri="{FF2B5EF4-FFF2-40B4-BE49-F238E27FC236}">
                <a16:creationId xmlns:a16="http://schemas.microsoft.com/office/drawing/2014/main" id="{4A08830A-B7C6-42F7-BADA-6633EFE20F0B}"/>
              </a:ext>
            </a:extLst>
          </p:cNvPr>
          <p:cNvSpPr>
            <a:spLocks noGrp="1"/>
          </p:cNvSpPr>
          <p:nvPr>
            <p:ph type="body" sz="quarter" idx="52" hasCustomPrompt="1"/>
          </p:nvPr>
        </p:nvSpPr>
        <p:spPr>
          <a:xfrm>
            <a:off x="4347671" y="3927491"/>
            <a:ext cx="3555050" cy="568645"/>
          </a:xfrm>
          <a:prstGeom prst="rect">
            <a:avLst/>
          </a:prstGeom>
        </p:spPr>
        <p:txBody>
          <a:bodyPr/>
          <a:lstStyle>
            <a:lvl1pPr marL="0" indent="0">
              <a:buNone/>
              <a:defRPr sz="10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Tree>
    <p:extLst>
      <p:ext uri="{BB962C8B-B14F-4D97-AF65-F5344CB8AC3E}">
        <p14:creationId xmlns:p14="http://schemas.microsoft.com/office/powerpoint/2010/main" val="2996804598"/>
      </p:ext>
    </p:extLst>
  </p:cSld>
  <p:clrMapOvr>
    <a:masterClrMapping/>
  </p:clrMapOvr>
  <p:transition spd="slow">
    <p:fade thruBlk="1"/>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Две плашки с выводом.">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26" name="Прямоугольник 25">
            <a:extLst>
              <a:ext uri="{FF2B5EF4-FFF2-40B4-BE49-F238E27FC236}">
                <a16:creationId xmlns:a16="http://schemas.microsoft.com/office/drawing/2014/main" id="{5BFBB294-447D-4216-A6BA-A241C9777235}"/>
              </a:ext>
            </a:extLst>
          </p:cNvPr>
          <p:cNvSpPr/>
          <p:nvPr userDrawn="1"/>
        </p:nvSpPr>
        <p:spPr>
          <a:xfrm>
            <a:off x="4621051" y="1373882"/>
            <a:ext cx="3914941" cy="2405512"/>
          </a:xfrm>
          <a:prstGeom prst="rect">
            <a:avLst/>
          </a:prstGeom>
          <a:solidFill>
            <a:schemeClr val="bg1"/>
          </a:solidFill>
          <a:ln>
            <a:noFill/>
          </a:ln>
          <a:effectLst>
            <a:outerShdw blurRad="330200" dist="50800" dir="21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Текст 5">
            <a:extLst>
              <a:ext uri="{FF2B5EF4-FFF2-40B4-BE49-F238E27FC236}">
                <a16:creationId xmlns:a16="http://schemas.microsoft.com/office/drawing/2014/main" id="{405A9B9A-CDF0-4FFE-8630-71CD91131CF6}"/>
              </a:ext>
            </a:extLst>
          </p:cNvPr>
          <p:cNvSpPr>
            <a:spLocks noGrp="1"/>
          </p:cNvSpPr>
          <p:nvPr>
            <p:ph type="body" sz="quarter" idx="26" hasCustomPrompt="1"/>
          </p:nvPr>
        </p:nvSpPr>
        <p:spPr>
          <a:xfrm>
            <a:off x="5164951" y="1895007"/>
            <a:ext cx="2827140" cy="1493967"/>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31" name="Текст 5">
            <a:extLst>
              <a:ext uri="{FF2B5EF4-FFF2-40B4-BE49-F238E27FC236}">
                <a16:creationId xmlns:a16="http://schemas.microsoft.com/office/drawing/2014/main" id="{2480809F-3E30-4337-93A3-A7C47C301F2E}"/>
              </a:ext>
            </a:extLst>
          </p:cNvPr>
          <p:cNvSpPr>
            <a:spLocks noGrp="1"/>
          </p:cNvSpPr>
          <p:nvPr>
            <p:ph type="body" sz="quarter" idx="28" hasCustomPrompt="1"/>
          </p:nvPr>
        </p:nvSpPr>
        <p:spPr>
          <a:xfrm>
            <a:off x="634162" y="4373912"/>
            <a:ext cx="6277441" cy="450336"/>
          </a:xfrm>
          <a:prstGeom prst="rect">
            <a:avLst/>
          </a:prstGeom>
        </p:spPr>
        <p:txBody>
          <a:bodyPr/>
          <a:lstStyle>
            <a:lvl1pPr marL="0" indent="0">
              <a:buFont typeface="Arial" panose="020B0604020202020204" pitchFamily="34" charset="0"/>
              <a:buNone/>
              <a:defRPr sz="105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32" name="Текст 37">
            <a:extLst>
              <a:ext uri="{FF2B5EF4-FFF2-40B4-BE49-F238E27FC236}">
                <a16:creationId xmlns:a16="http://schemas.microsoft.com/office/drawing/2014/main" id="{91F6F863-5EBB-4E9B-BAA6-651C285A839C}"/>
              </a:ext>
            </a:extLst>
          </p:cNvPr>
          <p:cNvSpPr>
            <a:spLocks noGrp="1"/>
          </p:cNvSpPr>
          <p:nvPr>
            <p:ph type="body" sz="quarter" idx="13" hasCustomPrompt="1"/>
          </p:nvPr>
        </p:nvSpPr>
        <p:spPr>
          <a:xfrm>
            <a:off x="634162" y="4017159"/>
            <a:ext cx="2326338" cy="292386"/>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p>
        </p:txBody>
      </p:sp>
      <p:sp>
        <p:nvSpPr>
          <p:cNvPr id="34" name="Скругленный прямоугольник 46">
            <a:extLst>
              <a:ext uri="{FF2B5EF4-FFF2-40B4-BE49-F238E27FC236}">
                <a16:creationId xmlns:a16="http://schemas.microsoft.com/office/drawing/2014/main" id="{457A53FD-DA53-4A49-ABEB-CD2BE68BFDB6}"/>
              </a:ext>
            </a:extLst>
          </p:cNvPr>
          <p:cNvSpPr/>
          <p:nvPr userDrawn="1"/>
        </p:nvSpPr>
        <p:spPr>
          <a:xfrm>
            <a:off x="5690524" y="1123258"/>
            <a:ext cx="1923883" cy="524054"/>
          </a:xfrm>
          <a:prstGeom prst="roundRect">
            <a:avLst>
              <a:gd name="adj" fmla="val 50000"/>
            </a:avLst>
          </a:prstGeom>
          <a:solidFill>
            <a:schemeClr val="bg1"/>
          </a:solidFill>
          <a:ln w="38100">
            <a:gradFill flip="none" rotWithShape="1">
              <a:gsLst>
                <a:gs pos="0">
                  <a:schemeClr val="tx1"/>
                </a:gs>
                <a:gs pos="100000">
                  <a:schemeClr val="accent2"/>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b="1" dirty="0">
              <a:solidFill>
                <a:srgbClr val="FFFFFF"/>
              </a:solidFill>
              <a:latin typeface="Arial Black" panose="020B0A04020102020204" pitchFamily="34" charset="0"/>
              <a:cs typeface="Arial" panose="020B0604020202020204" pitchFamily="34" charset="0"/>
            </a:endParaRPr>
          </a:p>
        </p:txBody>
      </p:sp>
      <p:sp>
        <p:nvSpPr>
          <p:cNvPr id="38" name="Текст 4">
            <a:extLst>
              <a:ext uri="{FF2B5EF4-FFF2-40B4-BE49-F238E27FC236}">
                <a16:creationId xmlns:a16="http://schemas.microsoft.com/office/drawing/2014/main" id="{282A97BB-C94E-456D-95BF-27CEE1C767E7}"/>
              </a:ext>
            </a:extLst>
          </p:cNvPr>
          <p:cNvSpPr>
            <a:spLocks noGrp="1"/>
          </p:cNvSpPr>
          <p:nvPr>
            <p:ph type="body" sz="quarter" idx="30" hasCustomPrompt="1"/>
          </p:nvPr>
        </p:nvSpPr>
        <p:spPr>
          <a:xfrm>
            <a:off x="5843191" y="1155131"/>
            <a:ext cx="1618549" cy="476588"/>
          </a:xfrm>
          <a:prstGeom prst="rect">
            <a:avLst/>
          </a:prstGeom>
        </p:spPr>
        <p:txBody>
          <a:bodyPr anchor="ctr"/>
          <a:lstStyle>
            <a:lvl1pPr marL="0" indent="0" algn="ctr">
              <a:lnSpc>
                <a:spcPct val="100000"/>
              </a:lnSpc>
              <a:spcBef>
                <a:spcPts val="0"/>
              </a:spcBef>
              <a:buNone/>
              <a:defRPr sz="1200">
                <a:solidFill>
                  <a:schemeClr val="bg2"/>
                </a:solidFill>
                <a:latin typeface="Arial Black" panose="020B0A04020102020204" pitchFamily="34" charset="0"/>
              </a:defRPr>
            </a:lvl1pPr>
          </a:lstStyle>
          <a:p>
            <a:pPr lvl="0"/>
            <a:r>
              <a:rPr lang="ru-RU" dirty="0"/>
              <a:t>ДЛИННЫЙ</a:t>
            </a:r>
            <a:br>
              <a:rPr lang="ru-RU" dirty="0"/>
            </a:br>
            <a:r>
              <a:rPr lang="ru-RU" dirty="0"/>
              <a:t>ЗАГОЛОВОК</a:t>
            </a:r>
          </a:p>
        </p:txBody>
      </p:sp>
      <p:sp>
        <p:nvSpPr>
          <p:cNvPr id="4" name="Заголовок 3">
            <a:extLst>
              <a:ext uri="{FF2B5EF4-FFF2-40B4-BE49-F238E27FC236}">
                <a16:creationId xmlns:a16="http://schemas.microsoft.com/office/drawing/2014/main" id="{1BED25E7-4547-47A2-ABA5-CDE387CE8B56}"/>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8A758CCB-4437-424E-B91B-0B6A62D3E4A4}"/>
              </a:ext>
            </a:extLst>
          </p:cNvPr>
          <p:cNvSpPr>
            <a:spLocks noGrp="1"/>
          </p:cNvSpPr>
          <p:nvPr>
            <p:ph type="dt" sz="half" idx="31"/>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DAC5A403-3921-441A-9C7F-6F12D8F0AAAC}"/>
              </a:ext>
            </a:extLst>
          </p:cNvPr>
          <p:cNvSpPr>
            <a:spLocks noGrp="1"/>
          </p:cNvSpPr>
          <p:nvPr>
            <p:ph type="sldNum" sz="quarter" idx="32"/>
          </p:nvPr>
        </p:nvSpPr>
        <p:spPr/>
        <p:txBody>
          <a:bodyPr/>
          <a:lstStyle>
            <a:lvl1pPr>
              <a:defRPr>
                <a:solidFill>
                  <a:schemeClr val="bg1"/>
                </a:solidFill>
              </a:defRPr>
            </a:lvl1pPr>
          </a:lstStyle>
          <a:p>
            <a:fld id="{03D1A0BF-D385-4A72-B24F-35C80431A2AC}" type="slidenum">
              <a:rPr lang="ru-RU" smtClean="0"/>
              <a:pPr/>
              <a:t>‹#›</a:t>
            </a:fld>
            <a:endParaRPr lang="ru-RU"/>
          </a:p>
        </p:txBody>
      </p:sp>
      <p:sp>
        <p:nvSpPr>
          <p:cNvPr id="15" name="Прямоугольник 14">
            <a:extLst>
              <a:ext uri="{FF2B5EF4-FFF2-40B4-BE49-F238E27FC236}">
                <a16:creationId xmlns:a16="http://schemas.microsoft.com/office/drawing/2014/main" id="{E993CAEB-9885-4C1E-B002-C327F029CF97}"/>
              </a:ext>
            </a:extLst>
          </p:cNvPr>
          <p:cNvSpPr/>
          <p:nvPr userDrawn="1"/>
        </p:nvSpPr>
        <p:spPr>
          <a:xfrm>
            <a:off x="549565" y="1373882"/>
            <a:ext cx="3914941" cy="2405512"/>
          </a:xfrm>
          <a:prstGeom prst="rect">
            <a:avLst/>
          </a:prstGeom>
          <a:solidFill>
            <a:schemeClr val="bg1"/>
          </a:solidFill>
          <a:ln>
            <a:noFill/>
          </a:ln>
          <a:effectLst>
            <a:outerShdw blurRad="330200" dist="50800" dir="21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Текст 5">
            <a:extLst>
              <a:ext uri="{FF2B5EF4-FFF2-40B4-BE49-F238E27FC236}">
                <a16:creationId xmlns:a16="http://schemas.microsoft.com/office/drawing/2014/main" id="{13DDE77C-A9DD-4CFA-9D67-751FD713FF3E}"/>
              </a:ext>
            </a:extLst>
          </p:cNvPr>
          <p:cNvSpPr>
            <a:spLocks noGrp="1"/>
          </p:cNvSpPr>
          <p:nvPr>
            <p:ph type="body" sz="quarter" idx="24" hasCustomPrompt="1"/>
          </p:nvPr>
        </p:nvSpPr>
        <p:spPr>
          <a:xfrm>
            <a:off x="1093465" y="1895008"/>
            <a:ext cx="2827140" cy="149396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17" name="Скругленный прямоугольник 46">
            <a:extLst>
              <a:ext uri="{FF2B5EF4-FFF2-40B4-BE49-F238E27FC236}">
                <a16:creationId xmlns:a16="http://schemas.microsoft.com/office/drawing/2014/main" id="{E3774437-CA1F-4958-922A-C172F7F54E9F}"/>
              </a:ext>
            </a:extLst>
          </p:cNvPr>
          <p:cNvSpPr/>
          <p:nvPr userDrawn="1"/>
        </p:nvSpPr>
        <p:spPr>
          <a:xfrm>
            <a:off x="1585004" y="1115437"/>
            <a:ext cx="1844062" cy="516282"/>
          </a:xfrm>
          <a:prstGeom prst="roundRect">
            <a:avLst>
              <a:gd name="adj" fmla="val 50000"/>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b="1" dirty="0">
              <a:solidFill>
                <a:schemeClr val="accent5"/>
              </a:solidFill>
              <a:latin typeface="Arial Black" panose="020B0A04020102020204" pitchFamily="34" charset="0"/>
              <a:cs typeface="Arial" panose="020B0604020202020204" pitchFamily="34" charset="0"/>
            </a:endParaRPr>
          </a:p>
        </p:txBody>
      </p:sp>
      <p:sp>
        <p:nvSpPr>
          <p:cNvPr id="18" name="Текст 4">
            <a:extLst>
              <a:ext uri="{FF2B5EF4-FFF2-40B4-BE49-F238E27FC236}">
                <a16:creationId xmlns:a16="http://schemas.microsoft.com/office/drawing/2014/main" id="{6198EFBD-38CD-4014-92C3-1825BBB5FEE5}"/>
              </a:ext>
            </a:extLst>
          </p:cNvPr>
          <p:cNvSpPr>
            <a:spLocks noGrp="1"/>
          </p:cNvSpPr>
          <p:nvPr>
            <p:ph type="body" sz="quarter" idx="29" hasCustomPrompt="1"/>
          </p:nvPr>
        </p:nvSpPr>
        <p:spPr>
          <a:xfrm>
            <a:off x="1697761" y="1155131"/>
            <a:ext cx="1618549" cy="476588"/>
          </a:xfrm>
          <a:prstGeom prst="rect">
            <a:avLst/>
          </a:prstGeom>
        </p:spPr>
        <p:txBody>
          <a:bodyPr anchor="ctr"/>
          <a:lstStyle>
            <a:lvl1pPr marL="0" indent="0" algn="ctr">
              <a:lnSpc>
                <a:spcPct val="100000"/>
              </a:lnSpc>
              <a:spcBef>
                <a:spcPts val="0"/>
              </a:spcBef>
              <a:buNone/>
              <a:defRPr sz="1200">
                <a:solidFill>
                  <a:schemeClr val="bg2"/>
                </a:solidFill>
                <a:latin typeface="Arial Black" panose="020B0A04020102020204" pitchFamily="34" charset="0"/>
              </a:defRPr>
            </a:lvl1pPr>
          </a:lstStyle>
          <a:p>
            <a:pPr lvl="0"/>
            <a:r>
              <a:rPr lang="ru-RU" dirty="0"/>
              <a:t>ДЛИННЫЙ</a:t>
            </a:r>
            <a:br>
              <a:rPr lang="ru-RU" dirty="0"/>
            </a:br>
            <a:r>
              <a:rPr lang="ru-RU" dirty="0"/>
              <a:t>ЗАГОЛОВОК</a:t>
            </a:r>
          </a:p>
        </p:txBody>
      </p:sp>
    </p:spTree>
    <p:extLst>
      <p:ext uri="{BB962C8B-B14F-4D97-AF65-F5344CB8AC3E}">
        <p14:creationId xmlns:p14="http://schemas.microsoft.com/office/powerpoint/2010/main" val="1185100233"/>
      </p:ext>
    </p:extLst>
  </p:cSld>
  <p:clrMapOvr>
    <a:masterClrMapping/>
  </p:clrMapOvr>
  <p:transition spd="slow">
    <p:fade thruBlk="1"/>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Цитаты.">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20" name="Рисунок 18">
            <a:extLst>
              <a:ext uri="{FF2B5EF4-FFF2-40B4-BE49-F238E27FC236}">
                <a16:creationId xmlns:a16="http://schemas.microsoft.com/office/drawing/2014/main" id="{721F1C97-40CB-4723-8F3C-B9C0E13B16D3}"/>
              </a:ext>
            </a:extLst>
          </p:cNvPr>
          <p:cNvSpPr/>
          <p:nvPr userDrawn="1"/>
        </p:nvSpPr>
        <p:spPr>
          <a:xfrm>
            <a:off x="7483328" y="3655553"/>
            <a:ext cx="1359869" cy="1338722"/>
          </a:xfrm>
          <a:custGeom>
            <a:avLst/>
            <a:gdLst>
              <a:gd name="connsiteX0" fmla="*/ 646153 w 1388417"/>
              <a:gd name="connsiteY0" fmla="*/ 25178 h 1366826"/>
              <a:gd name="connsiteX1" fmla="*/ 566629 w 1388417"/>
              <a:gd name="connsiteY1" fmla="*/ 624052 h 1366826"/>
              <a:gd name="connsiteX2" fmla="*/ 171864 w 1388417"/>
              <a:gd name="connsiteY2" fmla="*/ 1366827 h 1366826"/>
              <a:gd name="connsiteX3" fmla="*/ 0 w 1388417"/>
              <a:gd name="connsiteY3" fmla="*/ 1366827 h 1366826"/>
              <a:gd name="connsiteX4" fmla="*/ 1431 w 1388417"/>
              <a:gd name="connsiteY4" fmla="*/ 1362774 h 1366826"/>
              <a:gd name="connsiteX5" fmla="*/ 163187 w 1388417"/>
              <a:gd name="connsiteY5" fmla="*/ 561790 h 1366826"/>
              <a:gd name="connsiteX6" fmla="*/ 102449 w 1388417"/>
              <a:gd name="connsiteY6" fmla="*/ 0 h 1366826"/>
              <a:gd name="connsiteX7" fmla="*/ 646153 w 1388417"/>
              <a:gd name="connsiteY7" fmla="*/ 0 h 1366826"/>
              <a:gd name="connsiteX8" fmla="*/ 646153 w 1388417"/>
              <a:gd name="connsiteY8" fmla="*/ 25178 h 1366826"/>
              <a:gd name="connsiteX9" fmla="*/ 1387639 w 1388417"/>
              <a:gd name="connsiteY9" fmla="*/ 14388 h 1366826"/>
              <a:gd name="connsiteX10" fmla="*/ 1308099 w 1388417"/>
              <a:gd name="connsiteY10" fmla="*/ 624052 h 1366826"/>
              <a:gd name="connsiteX11" fmla="*/ 913338 w 1388417"/>
              <a:gd name="connsiteY11" fmla="*/ 1366827 h 1366826"/>
              <a:gd name="connsiteX12" fmla="*/ 741482 w 1388417"/>
              <a:gd name="connsiteY12" fmla="*/ 1366827 h 1366826"/>
              <a:gd name="connsiteX13" fmla="*/ 742913 w 1388417"/>
              <a:gd name="connsiteY13" fmla="*/ 1362774 h 1366826"/>
              <a:gd name="connsiteX14" fmla="*/ 904670 w 1388417"/>
              <a:gd name="connsiteY14" fmla="*/ 561790 h 1366826"/>
              <a:gd name="connsiteX15" fmla="*/ 843938 w 1388417"/>
              <a:gd name="connsiteY15" fmla="*/ 0 h 1366826"/>
              <a:gd name="connsiteX16" fmla="*/ 1387639 w 1388417"/>
              <a:gd name="connsiteY16" fmla="*/ 0 h 1366826"/>
              <a:gd name="connsiteX17" fmla="*/ 1387639 w 1388417"/>
              <a:gd name="connsiteY17" fmla="*/ 14388 h 136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8417" h="1366826">
                <a:moveTo>
                  <a:pt x="646153" y="25178"/>
                </a:moveTo>
                <a:cubicBezTo>
                  <a:pt x="651931" y="308972"/>
                  <a:pt x="625431" y="433901"/>
                  <a:pt x="566629" y="624052"/>
                </a:cubicBezTo>
                <a:cubicBezTo>
                  <a:pt x="507824" y="814211"/>
                  <a:pt x="376240" y="1061800"/>
                  <a:pt x="171864" y="1366827"/>
                </a:cubicBezTo>
                <a:lnTo>
                  <a:pt x="0" y="1366827"/>
                </a:lnTo>
                <a:cubicBezTo>
                  <a:pt x="0" y="1366827"/>
                  <a:pt x="954" y="1364125"/>
                  <a:pt x="1431" y="1362774"/>
                </a:cubicBezTo>
                <a:cubicBezTo>
                  <a:pt x="109271" y="1056188"/>
                  <a:pt x="163187" y="789190"/>
                  <a:pt x="163187" y="561790"/>
                </a:cubicBezTo>
                <a:cubicBezTo>
                  <a:pt x="163187" y="411207"/>
                  <a:pt x="142944" y="166033"/>
                  <a:pt x="102449" y="0"/>
                </a:cubicBezTo>
                <a:lnTo>
                  <a:pt x="646153" y="0"/>
                </a:lnTo>
                <a:lnTo>
                  <a:pt x="646153" y="25178"/>
                </a:lnTo>
                <a:close/>
                <a:moveTo>
                  <a:pt x="1387639" y="14388"/>
                </a:moveTo>
                <a:cubicBezTo>
                  <a:pt x="1393431" y="298181"/>
                  <a:pt x="1366913" y="433901"/>
                  <a:pt x="1308099" y="624052"/>
                </a:cubicBezTo>
                <a:cubicBezTo>
                  <a:pt x="1249298" y="814211"/>
                  <a:pt x="1117711" y="1061800"/>
                  <a:pt x="913338" y="1366827"/>
                </a:cubicBezTo>
                <a:lnTo>
                  <a:pt x="741482" y="1366827"/>
                </a:lnTo>
                <a:cubicBezTo>
                  <a:pt x="741482" y="1366827"/>
                  <a:pt x="742433" y="1364125"/>
                  <a:pt x="742913" y="1362774"/>
                </a:cubicBezTo>
                <a:cubicBezTo>
                  <a:pt x="850751" y="1056188"/>
                  <a:pt x="904670" y="789190"/>
                  <a:pt x="904670" y="561790"/>
                </a:cubicBezTo>
                <a:cubicBezTo>
                  <a:pt x="904670" y="411207"/>
                  <a:pt x="884423" y="166033"/>
                  <a:pt x="843938" y="0"/>
                </a:cubicBezTo>
                <a:lnTo>
                  <a:pt x="1387639" y="0"/>
                </a:lnTo>
                <a:lnTo>
                  <a:pt x="1387639" y="14388"/>
                </a:lnTo>
                <a:close/>
              </a:path>
            </a:pathLst>
          </a:custGeom>
          <a:noFill/>
          <a:ln w="37520" cap="flat">
            <a:solidFill>
              <a:schemeClr val="bg1"/>
            </a:solidFill>
            <a:prstDash val="solid"/>
            <a:miter/>
          </a:ln>
        </p:spPr>
        <p:txBody>
          <a:bodyPr rtlCol="0" anchor="ctr"/>
          <a:lstStyle/>
          <a:p>
            <a:endParaRPr lang="ru-RU"/>
          </a:p>
        </p:txBody>
      </p:sp>
      <p:sp>
        <p:nvSpPr>
          <p:cNvPr id="21" name="Рисунок 19">
            <a:extLst>
              <a:ext uri="{FF2B5EF4-FFF2-40B4-BE49-F238E27FC236}">
                <a16:creationId xmlns:a16="http://schemas.microsoft.com/office/drawing/2014/main" id="{D25124BE-78CF-498F-96C9-6C67BDD6B304}"/>
              </a:ext>
            </a:extLst>
          </p:cNvPr>
          <p:cNvSpPr/>
          <p:nvPr userDrawn="1"/>
        </p:nvSpPr>
        <p:spPr>
          <a:xfrm rot="10800000">
            <a:off x="229867" y="240655"/>
            <a:ext cx="1359869" cy="1338722"/>
          </a:xfrm>
          <a:custGeom>
            <a:avLst/>
            <a:gdLst>
              <a:gd name="connsiteX0" fmla="*/ 646153 w 1388417"/>
              <a:gd name="connsiteY0" fmla="*/ 25178 h 1366826"/>
              <a:gd name="connsiteX1" fmla="*/ 566629 w 1388417"/>
              <a:gd name="connsiteY1" fmla="*/ 624052 h 1366826"/>
              <a:gd name="connsiteX2" fmla="*/ 171864 w 1388417"/>
              <a:gd name="connsiteY2" fmla="*/ 1366827 h 1366826"/>
              <a:gd name="connsiteX3" fmla="*/ 0 w 1388417"/>
              <a:gd name="connsiteY3" fmla="*/ 1366827 h 1366826"/>
              <a:gd name="connsiteX4" fmla="*/ 1431 w 1388417"/>
              <a:gd name="connsiteY4" fmla="*/ 1362774 h 1366826"/>
              <a:gd name="connsiteX5" fmla="*/ 163187 w 1388417"/>
              <a:gd name="connsiteY5" fmla="*/ 561790 h 1366826"/>
              <a:gd name="connsiteX6" fmla="*/ 102449 w 1388417"/>
              <a:gd name="connsiteY6" fmla="*/ 0 h 1366826"/>
              <a:gd name="connsiteX7" fmla="*/ 646153 w 1388417"/>
              <a:gd name="connsiteY7" fmla="*/ 0 h 1366826"/>
              <a:gd name="connsiteX8" fmla="*/ 646153 w 1388417"/>
              <a:gd name="connsiteY8" fmla="*/ 25178 h 1366826"/>
              <a:gd name="connsiteX9" fmla="*/ 1387639 w 1388417"/>
              <a:gd name="connsiteY9" fmla="*/ 14388 h 1366826"/>
              <a:gd name="connsiteX10" fmla="*/ 1308099 w 1388417"/>
              <a:gd name="connsiteY10" fmla="*/ 624052 h 1366826"/>
              <a:gd name="connsiteX11" fmla="*/ 913338 w 1388417"/>
              <a:gd name="connsiteY11" fmla="*/ 1366827 h 1366826"/>
              <a:gd name="connsiteX12" fmla="*/ 741482 w 1388417"/>
              <a:gd name="connsiteY12" fmla="*/ 1366827 h 1366826"/>
              <a:gd name="connsiteX13" fmla="*/ 742913 w 1388417"/>
              <a:gd name="connsiteY13" fmla="*/ 1362774 h 1366826"/>
              <a:gd name="connsiteX14" fmla="*/ 904670 w 1388417"/>
              <a:gd name="connsiteY14" fmla="*/ 561790 h 1366826"/>
              <a:gd name="connsiteX15" fmla="*/ 843938 w 1388417"/>
              <a:gd name="connsiteY15" fmla="*/ 0 h 1366826"/>
              <a:gd name="connsiteX16" fmla="*/ 1387639 w 1388417"/>
              <a:gd name="connsiteY16" fmla="*/ 0 h 1366826"/>
              <a:gd name="connsiteX17" fmla="*/ 1387639 w 1388417"/>
              <a:gd name="connsiteY17" fmla="*/ 14388 h 136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8417" h="1366826">
                <a:moveTo>
                  <a:pt x="646153" y="25178"/>
                </a:moveTo>
                <a:cubicBezTo>
                  <a:pt x="651931" y="308972"/>
                  <a:pt x="625431" y="433901"/>
                  <a:pt x="566629" y="624052"/>
                </a:cubicBezTo>
                <a:cubicBezTo>
                  <a:pt x="507824" y="814211"/>
                  <a:pt x="376240" y="1061800"/>
                  <a:pt x="171864" y="1366827"/>
                </a:cubicBezTo>
                <a:lnTo>
                  <a:pt x="0" y="1366827"/>
                </a:lnTo>
                <a:cubicBezTo>
                  <a:pt x="0" y="1366827"/>
                  <a:pt x="954" y="1364125"/>
                  <a:pt x="1431" y="1362774"/>
                </a:cubicBezTo>
                <a:cubicBezTo>
                  <a:pt x="109271" y="1056188"/>
                  <a:pt x="163187" y="789190"/>
                  <a:pt x="163187" y="561790"/>
                </a:cubicBezTo>
                <a:cubicBezTo>
                  <a:pt x="163187" y="411207"/>
                  <a:pt x="142944" y="166033"/>
                  <a:pt x="102449" y="0"/>
                </a:cubicBezTo>
                <a:lnTo>
                  <a:pt x="646153" y="0"/>
                </a:lnTo>
                <a:lnTo>
                  <a:pt x="646153" y="25178"/>
                </a:lnTo>
                <a:close/>
                <a:moveTo>
                  <a:pt x="1387639" y="14388"/>
                </a:moveTo>
                <a:cubicBezTo>
                  <a:pt x="1393431" y="298181"/>
                  <a:pt x="1366913" y="433901"/>
                  <a:pt x="1308099" y="624052"/>
                </a:cubicBezTo>
                <a:cubicBezTo>
                  <a:pt x="1249298" y="814211"/>
                  <a:pt x="1117711" y="1061800"/>
                  <a:pt x="913338" y="1366827"/>
                </a:cubicBezTo>
                <a:lnTo>
                  <a:pt x="741482" y="1366827"/>
                </a:lnTo>
                <a:cubicBezTo>
                  <a:pt x="741482" y="1366827"/>
                  <a:pt x="742433" y="1364125"/>
                  <a:pt x="742913" y="1362774"/>
                </a:cubicBezTo>
                <a:cubicBezTo>
                  <a:pt x="850751" y="1056188"/>
                  <a:pt x="904670" y="789190"/>
                  <a:pt x="904670" y="561790"/>
                </a:cubicBezTo>
                <a:cubicBezTo>
                  <a:pt x="904670" y="411207"/>
                  <a:pt x="884423" y="166033"/>
                  <a:pt x="843938" y="0"/>
                </a:cubicBezTo>
                <a:lnTo>
                  <a:pt x="1387639" y="0"/>
                </a:lnTo>
                <a:lnTo>
                  <a:pt x="1387639" y="14388"/>
                </a:lnTo>
                <a:close/>
              </a:path>
            </a:pathLst>
          </a:custGeom>
          <a:noFill/>
          <a:ln w="37520" cap="flat">
            <a:solidFill>
              <a:schemeClr val="bg1"/>
            </a:solidFill>
            <a:prstDash val="solid"/>
            <a:miter/>
          </a:ln>
        </p:spPr>
        <p:txBody>
          <a:bodyPr rtlCol="0" anchor="ctr"/>
          <a:lstStyle/>
          <a:p>
            <a:endParaRPr lang="ru-RU"/>
          </a:p>
        </p:txBody>
      </p:sp>
      <p:sp>
        <p:nvSpPr>
          <p:cNvPr id="17" name="Прямоугольник: скругленные углы 16">
            <a:extLst>
              <a:ext uri="{FF2B5EF4-FFF2-40B4-BE49-F238E27FC236}">
                <a16:creationId xmlns:a16="http://schemas.microsoft.com/office/drawing/2014/main" id="{4B2B0A94-411B-4FE3-B326-D23391AA2CA8}"/>
              </a:ext>
            </a:extLst>
          </p:cNvPr>
          <p:cNvSpPr/>
          <p:nvPr userDrawn="1"/>
        </p:nvSpPr>
        <p:spPr>
          <a:xfrm>
            <a:off x="1268639" y="722852"/>
            <a:ext cx="6606722" cy="3699385"/>
          </a:xfrm>
          <a:prstGeom prst="roundRect">
            <a:avLst>
              <a:gd name="adj" fmla="val 0"/>
            </a:avLst>
          </a:prstGeom>
          <a:solidFill>
            <a:schemeClr val="bg1"/>
          </a:solidFill>
          <a:ln w="31750">
            <a:noFill/>
          </a:ln>
          <a:effectLst>
            <a:outerShdw blurRad="3302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a:solidFill>
                <a:srgbClr val="FFFFFF"/>
              </a:solidFill>
              <a:latin typeface="Calibri" panose="020F0502020204030204"/>
            </a:endParaRPr>
          </a:p>
        </p:txBody>
      </p:sp>
      <p:sp>
        <p:nvSpPr>
          <p:cNvPr id="27" name="Текст 5">
            <a:extLst>
              <a:ext uri="{FF2B5EF4-FFF2-40B4-BE49-F238E27FC236}">
                <a16:creationId xmlns:a16="http://schemas.microsoft.com/office/drawing/2014/main" id="{AF275A50-3BC7-480D-9ECA-7752EAE0C7D5}"/>
              </a:ext>
            </a:extLst>
          </p:cNvPr>
          <p:cNvSpPr>
            <a:spLocks noGrp="1"/>
          </p:cNvSpPr>
          <p:nvPr>
            <p:ph type="body" sz="quarter" idx="24" hasCustomPrompt="1"/>
          </p:nvPr>
        </p:nvSpPr>
        <p:spPr>
          <a:xfrm>
            <a:off x="1589736" y="2066458"/>
            <a:ext cx="2827140" cy="1493966"/>
          </a:xfrm>
          <a:prstGeom prst="rect">
            <a:avLst/>
          </a:prstGeom>
        </p:spPr>
        <p:txBody>
          <a:bodyPr/>
          <a:lstStyle>
            <a:lvl1pPr marL="171450" indent="-171450">
              <a:buFont typeface="Arial" panose="020B0604020202020204" pitchFamily="34" charset="0"/>
              <a:buChar char="•"/>
              <a:defRPr sz="100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38" name="Текст 4">
            <a:extLst>
              <a:ext uri="{FF2B5EF4-FFF2-40B4-BE49-F238E27FC236}">
                <a16:creationId xmlns:a16="http://schemas.microsoft.com/office/drawing/2014/main" id="{282A97BB-C94E-456D-95BF-27CEE1C767E7}"/>
              </a:ext>
            </a:extLst>
          </p:cNvPr>
          <p:cNvSpPr>
            <a:spLocks noGrp="1"/>
          </p:cNvSpPr>
          <p:nvPr>
            <p:ph type="body" sz="quarter" idx="30" hasCustomPrompt="1"/>
          </p:nvPr>
        </p:nvSpPr>
        <p:spPr>
          <a:xfrm>
            <a:off x="2923757" y="860917"/>
            <a:ext cx="3296486" cy="476588"/>
          </a:xfrm>
          <a:prstGeom prst="rect">
            <a:avLst/>
          </a:prstGeom>
        </p:spPr>
        <p:txBody>
          <a:bodyPr anchor="ctr"/>
          <a:lstStyle>
            <a:lvl1pPr marL="0" indent="0" algn="ctr">
              <a:lnSpc>
                <a:spcPct val="100000"/>
              </a:lnSpc>
              <a:spcBef>
                <a:spcPts val="0"/>
              </a:spcBef>
              <a:buNone/>
              <a:defRPr sz="2400">
                <a:solidFill>
                  <a:schemeClr val="tx1"/>
                </a:solidFill>
                <a:latin typeface="Arial Black" panose="020B0A04020102020204" pitchFamily="34" charset="0"/>
              </a:defRPr>
            </a:lvl1pPr>
          </a:lstStyle>
          <a:p>
            <a:pPr lvl="0"/>
            <a:r>
              <a:rPr lang="ru-RU" dirty="0"/>
              <a:t>ЗАГОЛОВОК</a:t>
            </a:r>
          </a:p>
        </p:txBody>
      </p:sp>
      <p:sp>
        <p:nvSpPr>
          <p:cNvPr id="2" name="Дата 1">
            <a:extLst>
              <a:ext uri="{FF2B5EF4-FFF2-40B4-BE49-F238E27FC236}">
                <a16:creationId xmlns:a16="http://schemas.microsoft.com/office/drawing/2014/main" id="{8A758CCB-4437-424E-B91B-0B6A62D3E4A4}"/>
              </a:ext>
            </a:extLst>
          </p:cNvPr>
          <p:cNvSpPr>
            <a:spLocks noGrp="1"/>
          </p:cNvSpPr>
          <p:nvPr>
            <p:ph type="dt" sz="half" idx="31"/>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DAC5A403-3921-441A-9C7F-6F12D8F0AAAC}"/>
              </a:ext>
            </a:extLst>
          </p:cNvPr>
          <p:cNvSpPr>
            <a:spLocks noGrp="1"/>
          </p:cNvSpPr>
          <p:nvPr>
            <p:ph type="sldNum" sz="quarter" idx="32"/>
          </p:nvPr>
        </p:nvSpPr>
        <p:spPr/>
        <p:txBody>
          <a:bodyPr/>
          <a:lstStyle>
            <a:lvl1pPr>
              <a:defRPr>
                <a:solidFill>
                  <a:schemeClr val="bg1"/>
                </a:solidFill>
              </a:defRPr>
            </a:lvl1pPr>
          </a:lstStyle>
          <a:p>
            <a:fld id="{03D1A0BF-D385-4A72-B24F-35C80431A2AC}" type="slidenum">
              <a:rPr lang="ru-RU" smtClean="0"/>
              <a:pPr/>
              <a:t>‹#›</a:t>
            </a:fld>
            <a:endParaRPr lang="ru-RU"/>
          </a:p>
        </p:txBody>
      </p:sp>
      <p:sp>
        <p:nvSpPr>
          <p:cNvPr id="22" name="Текст 5">
            <a:extLst>
              <a:ext uri="{FF2B5EF4-FFF2-40B4-BE49-F238E27FC236}">
                <a16:creationId xmlns:a16="http://schemas.microsoft.com/office/drawing/2014/main" id="{A1231A56-A948-4688-AF28-B70E86B31198}"/>
              </a:ext>
            </a:extLst>
          </p:cNvPr>
          <p:cNvSpPr>
            <a:spLocks noGrp="1"/>
          </p:cNvSpPr>
          <p:nvPr>
            <p:ph type="body" sz="quarter" idx="33" hasCustomPrompt="1"/>
          </p:nvPr>
        </p:nvSpPr>
        <p:spPr>
          <a:xfrm>
            <a:off x="4722863" y="2066458"/>
            <a:ext cx="2827140" cy="1493966"/>
          </a:xfrm>
          <a:prstGeom prst="rect">
            <a:avLst/>
          </a:prstGeom>
        </p:spPr>
        <p:txBody>
          <a:bodyPr/>
          <a:lstStyle>
            <a:lvl1pPr marL="171450" indent="-171450">
              <a:buFont typeface="Arial" panose="020B0604020202020204" pitchFamily="34" charset="0"/>
              <a:buChar char="•"/>
              <a:defRPr sz="100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23" name="Текст 4">
            <a:extLst>
              <a:ext uri="{FF2B5EF4-FFF2-40B4-BE49-F238E27FC236}">
                <a16:creationId xmlns:a16="http://schemas.microsoft.com/office/drawing/2014/main" id="{C26E2CAA-BD28-4D8E-A3AC-393C0298C52C}"/>
              </a:ext>
            </a:extLst>
          </p:cNvPr>
          <p:cNvSpPr>
            <a:spLocks noGrp="1"/>
          </p:cNvSpPr>
          <p:nvPr>
            <p:ph type="body" sz="quarter" idx="34" hasCustomPrompt="1"/>
          </p:nvPr>
        </p:nvSpPr>
        <p:spPr>
          <a:xfrm>
            <a:off x="2923757" y="1356555"/>
            <a:ext cx="3296486" cy="319845"/>
          </a:xfrm>
          <a:prstGeom prst="rect">
            <a:avLst/>
          </a:prstGeom>
        </p:spPr>
        <p:txBody>
          <a:bodyPr anchor="ctr"/>
          <a:lstStyle>
            <a:lvl1pPr marL="0" indent="0" algn="ctr">
              <a:lnSpc>
                <a:spcPct val="100000"/>
              </a:lnSpc>
              <a:spcBef>
                <a:spcPts val="0"/>
              </a:spcBef>
              <a:buNone/>
              <a:defRPr sz="1600">
                <a:solidFill>
                  <a:schemeClr val="bg2"/>
                </a:solidFill>
                <a:latin typeface="Arial Black" panose="020B0A04020102020204" pitchFamily="34" charset="0"/>
              </a:defRPr>
            </a:lvl1pPr>
          </a:lstStyle>
          <a:p>
            <a:pPr lvl="0"/>
            <a:r>
              <a:rPr lang="ru-RU" dirty="0"/>
              <a:t>Подзаголовок:</a:t>
            </a:r>
          </a:p>
        </p:txBody>
      </p:sp>
      <p:cxnSp>
        <p:nvCxnSpPr>
          <p:cNvPr id="24" name="Прямая соединительная линия 23">
            <a:extLst>
              <a:ext uri="{FF2B5EF4-FFF2-40B4-BE49-F238E27FC236}">
                <a16:creationId xmlns:a16="http://schemas.microsoft.com/office/drawing/2014/main" id="{5A863197-451B-4603-805B-25336C7EB9AD}"/>
              </a:ext>
            </a:extLst>
          </p:cNvPr>
          <p:cNvCxnSpPr>
            <a:cxnSpLocks/>
          </p:cNvCxnSpPr>
          <p:nvPr userDrawn="1"/>
        </p:nvCxnSpPr>
        <p:spPr>
          <a:xfrm>
            <a:off x="2627749" y="1874610"/>
            <a:ext cx="751114" cy="0"/>
          </a:xfrm>
          <a:prstGeom prst="line">
            <a:avLst/>
          </a:prstGeom>
          <a:ln w="38100" cap="rnd">
            <a:gradFill flip="none" rotWithShape="1">
              <a:gsLst>
                <a:gs pos="25000">
                  <a:schemeClr val="accent5"/>
                </a:gs>
                <a:gs pos="75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a:extLst>
              <a:ext uri="{FF2B5EF4-FFF2-40B4-BE49-F238E27FC236}">
                <a16:creationId xmlns:a16="http://schemas.microsoft.com/office/drawing/2014/main" id="{04F17A19-EBC8-45A7-A5F1-05732C5DFE4D}"/>
              </a:ext>
            </a:extLst>
          </p:cNvPr>
          <p:cNvCxnSpPr>
            <a:cxnSpLocks/>
          </p:cNvCxnSpPr>
          <p:nvPr userDrawn="1"/>
        </p:nvCxnSpPr>
        <p:spPr>
          <a:xfrm>
            <a:off x="5760876" y="1876170"/>
            <a:ext cx="751114" cy="0"/>
          </a:xfrm>
          <a:prstGeom prst="line">
            <a:avLst/>
          </a:prstGeom>
          <a:ln w="38100" cap="rnd">
            <a:gradFill flip="none" rotWithShape="1">
              <a:gsLst>
                <a:gs pos="25000">
                  <a:schemeClr val="accent5"/>
                </a:gs>
                <a:gs pos="75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3" name="Текст 5">
            <a:extLst>
              <a:ext uri="{FF2B5EF4-FFF2-40B4-BE49-F238E27FC236}">
                <a16:creationId xmlns:a16="http://schemas.microsoft.com/office/drawing/2014/main" id="{D96012F4-DA3E-4C62-BE39-F89D46898489}"/>
              </a:ext>
            </a:extLst>
          </p:cNvPr>
          <p:cNvSpPr>
            <a:spLocks noGrp="1"/>
          </p:cNvSpPr>
          <p:nvPr>
            <p:ph type="body" sz="quarter" idx="35" hasCustomPrompt="1"/>
          </p:nvPr>
        </p:nvSpPr>
        <p:spPr>
          <a:xfrm>
            <a:off x="180036" y="4831345"/>
            <a:ext cx="3706164" cy="181980"/>
          </a:xfrm>
          <a:prstGeom prst="rect">
            <a:avLst/>
          </a:prstGeom>
        </p:spPr>
        <p:txBody>
          <a:bodyPr/>
          <a:lstStyle>
            <a:lvl1pPr marL="0" indent="0">
              <a:buFont typeface="Arial" panose="020B0604020202020204" pitchFamily="34" charset="0"/>
              <a:buNone/>
              <a:defRPr sz="800">
                <a:solidFill>
                  <a:schemeClr val="bg1">
                    <a:lumMod val="85000"/>
                  </a:schemeClr>
                </a:solidFill>
              </a:defRPr>
            </a:lvl1pPr>
          </a:lstStyle>
          <a:p>
            <a:pPr lvl="0"/>
            <a:r>
              <a:rPr lang="en-US" dirty="0"/>
              <a:t>On the other hand, we denounce with righteous indignation</a:t>
            </a:r>
            <a:endParaRPr lang="ru-RU" dirty="0"/>
          </a:p>
        </p:txBody>
      </p:sp>
    </p:spTree>
    <p:extLst>
      <p:ext uri="{BB962C8B-B14F-4D97-AF65-F5344CB8AC3E}">
        <p14:creationId xmlns:p14="http://schemas.microsoft.com/office/powerpoint/2010/main" val="28629403"/>
      </p:ext>
    </p:extLst>
  </p:cSld>
  <p:clrMapOvr>
    <a:masterClrMapping/>
  </p:clrMapOvr>
  <p:transition spd="slow">
    <p:fade thruBlk="1"/>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Три рамочки с текстом.">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11" name="Скругленный прямоугольник 29">
            <a:extLst>
              <a:ext uri="{FF2B5EF4-FFF2-40B4-BE49-F238E27FC236}">
                <a16:creationId xmlns:a16="http://schemas.microsoft.com/office/drawing/2014/main" id="{1E1DDFB5-99D1-4E04-8226-90CBB59B8373}"/>
              </a:ext>
            </a:extLst>
          </p:cNvPr>
          <p:cNvSpPr/>
          <p:nvPr userDrawn="1"/>
        </p:nvSpPr>
        <p:spPr>
          <a:xfrm rot="16200000">
            <a:off x="124059" y="1533624"/>
            <a:ext cx="3297479" cy="2574461"/>
          </a:xfrm>
          <a:prstGeom prst="roundRect">
            <a:avLst>
              <a:gd name="adj" fmla="val 15747"/>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2" name="Скругленный прямоугольник 38">
            <a:extLst>
              <a:ext uri="{FF2B5EF4-FFF2-40B4-BE49-F238E27FC236}">
                <a16:creationId xmlns:a16="http://schemas.microsoft.com/office/drawing/2014/main" id="{BC340358-7FEF-485A-B3EB-660E4140A597}"/>
              </a:ext>
            </a:extLst>
          </p:cNvPr>
          <p:cNvSpPr/>
          <p:nvPr userDrawn="1"/>
        </p:nvSpPr>
        <p:spPr>
          <a:xfrm rot="16200000">
            <a:off x="2850662" y="1533617"/>
            <a:ext cx="3297479" cy="2574463"/>
          </a:xfrm>
          <a:prstGeom prst="roundRect">
            <a:avLst>
              <a:gd name="adj" fmla="val 15747"/>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3" name="Скругленный прямоугольник 38">
            <a:extLst>
              <a:ext uri="{FF2B5EF4-FFF2-40B4-BE49-F238E27FC236}">
                <a16:creationId xmlns:a16="http://schemas.microsoft.com/office/drawing/2014/main" id="{6A73EE3A-A737-4BFC-BF78-09964F16F46B}"/>
              </a:ext>
            </a:extLst>
          </p:cNvPr>
          <p:cNvSpPr/>
          <p:nvPr userDrawn="1"/>
        </p:nvSpPr>
        <p:spPr>
          <a:xfrm rot="16200000">
            <a:off x="5577266" y="1533616"/>
            <a:ext cx="3297479" cy="2574464"/>
          </a:xfrm>
          <a:prstGeom prst="roundRect">
            <a:avLst>
              <a:gd name="adj" fmla="val 15747"/>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738478" y="1452629"/>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ОДИН</a:t>
            </a:r>
          </a:p>
        </p:txBody>
      </p:sp>
      <p:sp>
        <p:nvSpPr>
          <p:cNvPr id="17" name="Текст 37">
            <a:extLst>
              <a:ext uri="{FF2B5EF4-FFF2-40B4-BE49-F238E27FC236}">
                <a16:creationId xmlns:a16="http://schemas.microsoft.com/office/drawing/2014/main" id="{C2E34FA2-8F98-44AE-ABBE-DA2CCD975C73}"/>
              </a:ext>
            </a:extLst>
          </p:cNvPr>
          <p:cNvSpPr>
            <a:spLocks noGrp="1"/>
          </p:cNvSpPr>
          <p:nvPr>
            <p:ph type="body" sz="quarter" idx="14" hasCustomPrompt="1"/>
          </p:nvPr>
        </p:nvSpPr>
        <p:spPr>
          <a:xfrm>
            <a:off x="3454777" y="1452629"/>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ДВА</a:t>
            </a:r>
          </a:p>
        </p:txBody>
      </p:sp>
      <p:sp>
        <p:nvSpPr>
          <p:cNvPr id="18" name="Текст 37">
            <a:extLst>
              <a:ext uri="{FF2B5EF4-FFF2-40B4-BE49-F238E27FC236}">
                <a16:creationId xmlns:a16="http://schemas.microsoft.com/office/drawing/2014/main" id="{6FBC81CC-01AF-4EA1-885C-C18168ABC1D8}"/>
              </a:ext>
            </a:extLst>
          </p:cNvPr>
          <p:cNvSpPr>
            <a:spLocks noGrp="1"/>
          </p:cNvSpPr>
          <p:nvPr>
            <p:ph type="body" sz="quarter" idx="15" hasCustomPrompt="1"/>
          </p:nvPr>
        </p:nvSpPr>
        <p:spPr>
          <a:xfrm>
            <a:off x="6204381" y="1452629"/>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ТРИ</a:t>
            </a:r>
          </a:p>
        </p:txBody>
      </p:sp>
      <p:sp>
        <p:nvSpPr>
          <p:cNvPr id="19" name="Текст 5">
            <a:extLst>
              <a:ext uri="{FF2B5EF4-FFF2-40B4-BE49-F238E27FC236}">
                <a16:creationId xmlns:a16="http://schemas.microsoft.com/office/drawing/2014/main" id="{1204E147-7AC5-4968-A3BF-56E83E9202BC}"/>
              </a:ext>
            </a:extLst>
          </p:cNvPr>
          <p:cNvSpPr>
            <a:spLocks noGrp="1"/>
          </p:cNvSpPr>
          <p:nvPr>
            <p:ph type="body" sz="quarter" idx="24" hasCustomPrompt="1"/>
          </p:nvPr>
        </p:nvSpPr>
        <p:spPr>
          <a:xfrm>
            <a:off x="738478" y="2137767"/>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1" name="Текст 5">
            <a:extLst>
              <a:ext uri="{FF2B5EF4-FFF2-40B4-BE49-F238E27FC236}">
                <a16:creationId xmlns:a16="http://schemas.microsoft.com/office/drawing/2014/main" id="{D13F211E-54D2-476C-B275-E34B03FCA9BB}"/>
              </a:ext>
            </a:extLst>
          </p:cNvPr>
          <p:cNvSpPr>
            <a:spLocks noGrp="1"/>
          </p:cNvSpPr>
          <p:nvPr>
            <p:ph type="body" sz="quarter" idx="26" hasCustomPrompt="1"/>
          </p:nvPr>
        </p:nvSpPr>
        <p:spPr>
          <a:xfrm>
            <a:off x="3454777" y="2137767"/>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3" name="Текст 5">
            <a:extLst>
              <a:ext uri="{FF2B5EF4-FFF2-40B4-BE49-F238E27FC236}">
                <a16:creationId xmlns:a16="http://schemas.microsoft.com/office/drawing/2014/main" id="{DC66AC50-0ADD-4CEE-8C61-60BE23C1AFA1}"/>
              </a:ext>
            </a:extLst>
          </p:cNvPr>
          <p:cNvSpPr>
            <a:spLocks noGrp="1"/>
          </p:cNvSpPr>
          <p:nvPr>
            <p:ph type="body" sz="quarter" idx="28" hasCustomPrompt="1"/>
          </p:nvPr>
        </p:nvSpPr>
        <p:spPr>
          <a:xfrm>
            <a:off x="6204381" y="2137767"/>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lvl1pPr>
              <a:defRPr>
                <a:solidFill>
                  <a:schemeClr val="bg1"/>
                </a:solidFill>
              </a:defRPr>
            </a:lvl1pPr>
          </a:lstStyle>
          <a:p>
            <a:fld id="{03D1A0BF-D385-4A72-B24F-35C80431A2AC}" type="slidenum">
              <a:rPr lang="ru-RU" smtClean="0"/>
              <a:pPr/>
              <a:t>‹#›</a:t>
            </a:fld>
            <a:endParaRPr lang="ru-RU"/>
          </a:p>
        </p:txBody>
      </p:sp>
    </p:spTree>
    <p:extLst>
      <p:ext uri="{BB962C8B-B14F-4D97-AF65-F5344CB8AC3E}">
        <p14:creationId xmlns:p14="http://schemas.microsoft.com/office/powerpoint/2010/main" val="1900988279"/>
      </p:ext>
    </p:extLst>
  </p:cSld>
  <p:clrMapOvr>
    <a:masterClrMapping/>
  </p:clrMapOvr>
  <p:transition spd="slow">
    <p:fade thruBlk="1"/>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Три рамочки с выводом.">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808565" y="1510647"/>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ОДИН</a:t>
            </a:r>
          </a:p>
        </p:txBody>
      </p:sp>
      <p:sp>
        <p:nvSpPr>
          <p:cNvPr id="17" name="Текст 37">
            <a:extLst>
              <a:ext uri="{FF2B5EF4-FFF2-40B4-BE49-F238E27FC236}">
                <a16:creationId xmlns:a16="http://schemas.microsoft.com/office/drawing/2014/main" id="{C2E34FA2-8F98-44AE-ABBE-DA2CCD975C73}"/>
              </a:ext>
            </a:extLst>
          </p:cNvPr>
          <p:cNvSpPr>
            <a:spLocks noGrp="1"/>
          </p:cNvSpPr>
          <p:nvPr>
            <p:ph type="body" sz="quarter" idx="14" hasCustomPrompt="1"/>
          </p:nvPr>
        </p:nvSpPr>
        <p:spPr>
          <a:xfrm>
            <a:off x="3707383" y="1510647"/>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ДВА</a:t>
            </a:r>
          </a:p>
        </p:txBody>
      </p:sp>
      <p:sp>
        <p:nvSpPr>
          <p:cNvPr id="18" name="Текст 37">
            <a:extLst>
              <a:ext uri="{FF2B5EF4-FFF2-40B4-BE49-F238E27FC236}">
                <a16:creationId xmlns:a16="http://schemas.microsoft.com/office/drawing/2014/main" id="{6FBC81CC-01AF-4EA1-885C-C18168ABC1D8}"/>
              </a:ext>
            </a:extLst>
          </p:cNvPr>
          <p:cNvSpPr>
            <a:spLocks noGrp="1"/>
          </p:cNvSpPr>
          <p:nvPr>
            <p:ph type="body" sz="quarter" idx="15" hasCustomPrompt="1"/>
          </p:nvPr>
        </p:nvSpPr>
        <p:spPr>
          <a:xfrm>
            <a:off x="6578570" y="1510647"/>
            <a:ext cx="1950933"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ТРИ</a:t>
            </a:r>
          </a:p>
        </p:txBody>
      </p:sp>
      <p:sp>
        <p:nvSpPr>
          <p:cNvPr id="19" name="Текст 5">
            <a:extLst>
              <a:ext uri="{FF2B5EF4-FFF2-40B4-BE49-F238E27FC236}">
                <a16:creationId xmlns:a16="http://schemas.microsoft.com/office/drawing/2014/main" id="{1204E147-7AC5-4968-A3BF-56E83E9202BC}"/>
              </a:ext>
            </a:extLst>
          </p:cNvPr>
          <p:cNvSpPr>
            <a:spLocks noGrp="1"/>
          </p:cNvSpPr>
          <p:nvPr>
            <p:ph type="body" sz="quarter" idx="24" hasCustomPrompt="1"/>
          </p:nvPr>
        </p:nvSpPr>
        <p:spPr>
          <a:xfrm>
            <a:off x="738478" y="3457851"/>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1" name="Текст 5">
            <a:extLst>
              <a:ext uri="{FF2B5EF4-FFF2-40B4-BE49-F238E27FC236}">
                <a16:creationId xmlns:a16="http://schemas.microsoft.com/office/drawing/2014/main" id="{D13F211E-54D2-476C-B275-E34B03FCA9BB}"/>
              </a:ext>
            </a:extLst>
          </p:cNvPr>
          <p:cNvSpPr>
            <a:spLocks noGrp="1"/>
          </p:cNvSpPr>
          <p:nvPr>
            <p:ph type="body" sz="quarter" idx="26" hasCustomPrompt="1"/>
          </p:nvPr>
        </p:nvSpPr>
        <p:spPr>
          <a:xfrm>
            <a:off x="3454777" y="3457851"/>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3" name="Текст 5">
            <a:extLst>
              <a:ext uri="{FF2B5EF4-FFF2-40B4-BE49-F238E27FC236}">
                <a16:creationId xmlns:a16="http://schemas.microsoft.com/office/drawing/2014/main" id="{DC66AC50-0ADD-4CEE-8C61-60BE23C1AFA1}"/>
              </a:ext>
            </a:extLst>
          </p:cNvPr>
          <p:cNvSpPr>
            <a:spLocks noGrp="1"/>
          </p:cNvSpPr>
          <p:nvPr>
            <p:ph type="body" sz="quarter" idx="28" hasCustomPrompt="1"/>
          </p:nvPr>
        </p:nvSpPr>
        <p:spPr>
          <a:xfrm>
            <a:off x="6204381" y="3457851"/>
            <a:ext cx="2119983" cy="1138833"/>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lvl1pPr>
              <a:defRPr>
                <a:solidFill>
                  <a:schemeClr val="bg1"/>
                </a:solidFill>
              </a:defRPr>
            </a:lvl1pPr>
          </a:lstStyle>
          <a:p>
            <a:fld id="{03D1A0BF-D385-4A72-B24F-35C80431A2AC}" type="slidenum">
              <a:rPr lang="ru-RU" smtClean="0"/>
              <a:pPr/>
              <a:t>‹#›</a:t>
            </a:fld>
            <a:endParaRPr lang="ru-RU"/>
          </a:p>
        </p:txBody>
      </p:sp>
      <p:sp>
        <p:nvSpPr>
          <p:cNvPr id="22" name="Прямоугольник 21">
            <a:extLst>
              <a:ext uri="{FF2B5EF4-FFF2-40B4-BE49-F238E27FC236}">
                <a16:creationId xmlns:a16="http://schemas.microsoft.com/office/drawing/2014/main" id="{CFCA0D0F-D71F-433C-BC5A-B885DA879B7A}"/>
              </a:ext>
            </a:extLst>
          </p:cNvPr>
          <p:cNvSpPr/>
          <p:nvPr userDrawn="1"/>
        </p:nvSpPr>
        <p:spPr>
          <a:xfrm>
            <a:off x="260735" y="1317669"/>
            <a:ext cx="600164" cy="900246"/>
          </a:xfrm>
          <a:prstGeom prst="rect">
            <a:avLst/>
          </a:prstGeom>
          <a:noFill/>
        </p:spPr>
        <p:txBody>
          <a:bodyPr wrap="none" lIns="68580" tIns="34290" rIns="68580" bIns="34290">
            <a:spAutoFit/>
          </a:bodyPr>
          <a:lstStyle/>
          <a:p>
            <a:pPr algn="ctr" defTabSz="342900">
              <a:defRPr/>
            </a:pPr>
            <a:r>
              <a:rPr lang="en-US" sz="5400" b="1" dirty="0">
                <a:ln w="38100">
                  <a:solidFill>
                    <a:schemeClr val="bg1"/>
                  </a:solidFill>
                </a:ln>
                <a:noFill/>
                <a:latin typeface="Arial Black" panose="020B0604020202020204" pitchFamily="34" charset="0"/>
                <a:cs typeface="Arial Black" panose="020B0604020202020204" pitchFamily="34" charset="0"/>
              </a:rPr>
              <a:t>1</a:t>
            </a:r>
            <a:endParaRPr lang="ru-RU" sz="5400" b="1" dirty="0">
              <a:ln w="38100">
                <a:solidFill>
                  <a:schemeClr val="bg1"/>
                </a:solidFill>
              </a:ln>
              <a:noFill/>
              <a:latin typeface="Arial Black" panose="020B0604020202020204" pitchFamily="34" charset="0"/>
              <a:cs typeface="Arial Black" panose="020B0604020202020204" pitchFamily="34" charset="0"/>
            </a:endParaRPr>
          </a:p>
        </p:txBody>
      </p:sp>
      <p:sp>
        <p:nvSpPr>
          <p:cNvPr id="24" name="Скругленный прямоугольник 29">
            <a:extLst>
              <a:ext uri="{FF2B5EF4-FFF2-40B4-BE49-F238E27FC236}">
                <a16:creationId xmlns:a16="http://schemas.microsoft.com/office/drawing/2014/main" id="{B81765C2-FDB5-487C-BA66-F62A70C0242F}"/>
              </a:ext>
            </a:extLst>
          </p:cNvPr>
          <p:cNvSpPr/>
          <p:nvPr userDrawn="1"/>
        </p:nvSpPr>
        <p:spPr>
          <a:xfrm rot="16200000">
            <a:off x="1167084" y="487780"/>
            <a:ext cx="946700" cy="2529311"/>
          </a:xfrm>
          <a:prstGeom prst="roundRect">
            <a:avLst>
              <a:gd name="adj" fmla="val 20923"/>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25" name="Прямоугольник 24">
            <a:extLst>
              <a:ext uri="{FF2B5EF4-FFF2-40B4-BE49-F238E27FC236}">
                <a16:creationId xmlns:a16="http://schemas.microsoft.com/office/drawing/2014/main" id="{200100CC-91AF-4A1E-896B-97A5A3B5ADE7}"/>
              </a:ext>
            </a:extLst>
          </p:cNvPr>
          <p:cNvSpPr/>
          <p:nvPr userDrawn="1"/>
        </p:nvSpPr>
        <p:spPr>
          <a:xfrm>
            <a:off x="3154695" y="1317669"/>
            <a:ext cx="600164" cy="900246"/>
          </a:xfrm>
          <a:prstGeom prst="rect">
            <a:avLst/>
          </a:prstGeom>
          <a:noFill/>
        </p:spPr>
        <p:txBody>
          <a:bodyPr wrap="none" lIns="68580" tIns="34290" rIns="68580" bIns="34290">
            <a:spAutoFit/>
          </a:bodyPr>
          <a:lstStyle/>
          <a:p>
            <a:pPr algn="ctr" defTabSz="342900">
              <a:defRPr/>
            </a:pPr>
            <a:r>
              <a:rPr lang="ru-RU" sz="5400" b="1" dirty="0">
                <a:ln w="38100">
                  <a:solidFill>
                    <a:schemeClr val="bg1"/>
                  </a:solidFill>
                </a:ln>
                <a:noFill/>
                <a:latin typeface="Arial Black" panose="020B0604020202020204" pitchFamily="34" charset="0"/>
                <a:cs typeface="Arial Black" panose="020B0604020202020204" pitchFamily="34" charset="0"/>
              </a:rPr>
              <a:t>2</a:t>
            </a:r>
          </a:p>
        </p:txBody>
      </p:sp>
      <p:sp>
        <p:nvSpPr>
          <p:cNvPr id="26" name="Скругленный прямоугольник 38">
            <a:extLst>
              <a:ext uri="{FF2B5EF4-FFF2-40B4-BE49-F238E27FC236}">
                <a16:creationId xmlns:a16="http://schemas.microsoft.com/office/drawing/2014/main" id="{681FBF06-03AB-4824-A482-8ED8AD157F1D}"/>
              </a:ext>
            </a:extLst>
          </p:cNvPr>
          <p:cNvSpPr/>
          <p:nvPr userDrawn="1"/>
        </p:nvSpPr>
        <p:spPr>
          <a:xfrm rot="16200000">
            <a:off x="4032326" y="487772"/>
            <a:ext cx="946701" cy="2529313"/>
          </a:xfrm>
          <a:prstGeom prst="roundRect">
            <a:avLst>
              <a:gd name="adj" fmla="val 21662"/>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27" name="Прямоугольник 26">
            <a:extLst>
              <a:ext uri="{FF2B5EF4-FFF2-40B4-BE49-F238E27FC236}">
                <a16:creationId xmlns:a16="http://schemas.microsoft.com/office/drawing/2014/main" id="{F1A662C2-C4B6-4869-92CC-2C7F61664BB2}"/>
              </a:ext>
            </a:extLst>
          </p:cNvPr>
          <p:cNvSpPr/>
          <p:nvPr userDrawn="1"/>
        </p:nvSpPr>
        <p:spPr>
          <a:xfrm>
            <a:off x="5997723" y="1317669"/>
            <a:ext cx="600164" cy="900246"/>
          </a:xfrm>
          <a:prstGeom prst="rect">
            <a:avLst/>
          </a:prstGeom>
          <a:noFill/>
        </p:spPr>
        <p:txBody>
          <a:bodyPr wrap="none" lIns="68580" tIns="34290" rIns="68580" bIns="34290">
            <a:spAutoFit/>
          </a:bodyPr>
          <a:lstStyle/>
          <a:p>
            <a:pPr algn="ctr" defTabSz="342900">
              <a:defRPr/>
            </a:pPr>
            <a:r>
              <a:rPr lang="ru-RU" sz="5400" b="1" dirty="0">
                <a:ln w="38100">
                  <a:solidFill>
                    <a:schemeClr val="bg1"/>
                  </a:solidFill>
                </a:ln>
                <a:noFill/>
                <a:latin typeface="Arial Black" panose="020B0604020202020204" pitchFamily="34" charset="0"/>
                <a:cs typeface="Arial Black" panose="020B0604020202020204" pitchFamily="34" charset="0"/>
              </a:rPr>
              <a:t>3</a:t>
            </a:r>
          </a:p>
        </p:txBody>
      </p:sp>
      <p:sp>
        <p:nvSpPr>
          <p:cNvPr id="28" name="Скругленный прямоугольник 38">
            <a:extLst>
              <a:ext uri="{FF2B5EF4-FFF2-40B4-BE49-F238E27FC236}">
                <a16:creationId xmlns:a16="http://schemas.microsoft.com/office/drawing/2014/main" id="{2E3C8C71-EB2F-4342-842F-A1D1B1BA6843}"/>
              </a:ext>
            </a:extLst>
          </p:cNvPr>
          <p:cNvSpPr/>
          <p:nvPr userDrawn="1"/>
        </p:nvSpPr>
        <p:spPr>
          <a:xfrm rot="16200000">
            <a:off x="6882603" y="487772"/>
            <a:ext cx="946700" cy="2529313"/>
          </a:xfrm>
          <a:prstGeom prst="roundRect">
            <a:avLst>
              <a:gd name="adj" fmla="val 20183"/>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29" name="Половина рамки 28">
            <a:extLst>
              <a:ext uri="{FF2B5EF4-FFF2-40B4-BE49-F238E27FC236}">
                <a16:creationId xmlns:a16="http://schemas.microsoft.com/office/drawing/2014/main" id="{4C58A55F-68DD-4E87-BB24-DACF32AECCDE}"/>
              </a:ext>
            </a:extLst>
          </p:cNvPr>
          <p:cNvSpPr/>
          <p:nvPr userDrawn="1"/>
        </p:nvSpPr>
        <p:spPr>
          <a:xfrm rot="13500000">
            <a:off x="4389202" y="2288399"/>
            <a:ext cx="220054" cy="220054"/>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0" name="Половина рамки 29">
            <a:extLst>
              <a:ext uri="{FF2B5EF4-FFF2-40B4-BE49-F238E27FC236}">
                <a16:creationId xmlns:a16="http://schemas.microsoft.com/office/drawing/2014/main" id="{5A3A1021-4252-473C-8F35-B72BD021F1D1}"/>
              </a:ext>
            </a:extLst>
          </p:cNvPr>
          <p:cNvSpPr/>
          <p:nvPr userDrawn="1"/>
        </p:nvSpPr>
        <p:spPr>
          <a:xfrm rot="13500000">
            <a:off x="7239477" y="2288399"/>
            <a:ext cx="220054" cy="220054"/>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1" name="Половина рамки 30">
            <a:extLst>
              <a:ext uri="{FF2B5EF4-FFF2-40B4-BE49-F238E27FC236}">
                <a16:creationId xmlns:a16="http://schemas.microsoft.com/office/drawing/2014/main" id="{8785BCDD-B92B-445B-BD20-7501CD65D18C}"/>
              </a:ext>
            </a:extLst>
          </p:cNvPr>
          <p:cNvSpPr/>
          <p:nvPr userDrawn="1"/>
        </p:nvSpPr>
        <p:spPr>
          <a:xfrm rot="13500000">
            <a:off x="1523958" y="2288399"/>
            <a:ext cx="220054" cy="220054"/>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2" name="Скругленный прямоугольник 38">
            <a:extLst>
              <a:ext uri="{FF2B5EF4-FFF2-40B4-BE49-F238E27FC236}">
                <a16:creationId xmlns:a16="http://schemas.microsoft.com/office/drawing/2014/main" id="{67F5CF84-2FEE-4E51-906F-BA12FA67F64E}"/>
              </a:ext>
            </a:extLst>
          </p:cNvPr>
          <p:cNvSpPr/>
          <p:nvPr userDrawn="1"/>
        </p:nvSpPr>
        <p:spPr>
          <a:xfrm rot="16200000">
            <a:off x="4275607" y="-1196644"/>
            <a:ext cx="429474" cy="8247635"/>
          </a:xfrm>
          <a:prstGeom prst="roundRect">
            <a:avLst>
              <a:gd name="adj" fmla="val 48971"/>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33" name="Текст 37">
            <a:extLst>
              <a:ext uri="{FF2B5EF4-FFF2-40B4-BE49-F238E27FC236}">
                <a16:creationId xmlns:a16="http://schemas.microsoft.com/office/drawing/2014/main" id="{4BB04F7C-3101-4DFA-A8A1-CFCECE24AD6F}"/>
              </a:ext>
            </a:extLst>
          </p:cNvPr>
          <p:cNvSpPr>
            <a:spLocks noGrp="1"/>
          </p:cNvSpPr>
          <p:nvPr>
            <p:ph type="body" sz="quarter" idx="32" hasCustomPrompt="1"/>
          </p:nvPr>
        </p:nvSpPr>
        <p:spPr>
          <a:xfrm>
            <a:off x="2734152" y="2795498"/>
            <a:ext cx="3470229" cy="253399"/>
          </a:xfrm>
          <a:prstGeom prst="rect">
            <a:avLst/>
          </a:prstGeom>
        </p:spPr>
        <p:txBody>
          <a:bodyPr anchor="ctr">
            <a:normAutofit/>
          </a:bodyPr>
          <a:lstStyle>
            <a:lvl1pPr marL="0" indent="0" algn="ctr">
              <a:spcBef>
                <a:spcPts val="0"/>
              </a:spcBef>
              <a:buNone/>
              <a:defRPr sz="1400">
                <a:solidFill>
                  <a:schemeClr val="bg1"/>
                </a:solidFill>
                <a:latin typeface="Arial Black" panose="020B0A04020102020204" pitchFamily="34" charset="0"/>
              </a:defRPr>
            </a:lvl1pPr>
          </a:lstStyle>
          <a:p>
            <a:pPr lvl="0"/>
            <a:r>
              <a:rPr lang="ru-RU" dirty="0"/>
              <a:t>ДЛИННЫЙ ПОДЗАГОЛОВОК</a:t>
            </a:r>
          </a:p>
        </p:txBody>
      </p:sp>
    </p:spTree>
    <p:extLst>
      <p:ext uri="{BB962C8B-B14F-4D97-AF65-F5344CB8AC3E}">
        <p14:creationId xmlns:p14="http://schemas.microsoft.com/office/powerpoint/2010/main" val="1772937210"/>
      </p:ext>
    </p:extLst>
  </p:cSld>
  <p:clrMapOvr>
    <a:masterClrMapping/>
  </p:clrMapOvr>
  <p:transition spd="slow">
    <p:fade thruBlk="1"/>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Три скруглённые рамки.">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954840" y="1002402"/>
            <a:ext cx="1530758" cy="230821"/>
          </a:xfrm>
          <a:prstGeom prst="rect">
            <a:avLst/>
          </a:prstGeom>
        </p:spPr>
        <p:txBody>
          <a:bodyPr>
            <a:noAutofit/>
          </a:bodyPr>
          <a:lstStyle>
            <a:lvl1pPr marL="0" indent="0">
              <a:buNone/>
              <a:defRPr sz="1000">
                <a:solidFill>
                  <a:schemeClr val="bg1"/>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5543229" y="1002402"/>
            <a:ext cx="1530758" cy="230821"/>
          </a:xfrm>
          <a:prstGeom prst="rect">
            <a:avLst/>
          </a:prstGeom>
        </p:spPr>
        <p:txBody>
          <a:bodyPr>
            <a:noAutofit/>
          </a:bodyPr>
          <a:lstStyle>
            <a:lvl1pPr marL="0" indent="0">
              <a:buNone/>
              <a:defRPr sz="1000">
                <a:solidFill>
                  <a:schemeClr val="bg1"/>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5543229" y="1508375"/>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5543229" y="2665836"/>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5543229" y="3835102"/>
            <a:ext cx="2473084"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3" name="Текст 24">
            <a:extLst>
              <a:ext uri="{FF2B5EF4-FFF2-40B4-BE49-F238E27FC236}">
                <a16:creationId xmlns:a16="http://schemas.microsoft.com/office/drawing/2014/main" id="{0B602E1A-F69E-4A08-B334-3C0883A9F49E}"/>
              </a:ext>
            </a:extLst>
          </p:cNvPr>
          <p:cNvSpPr>
            <a:spLocks noGrp="1"/>
          </p:cNvSpPr>
          <p:nvPr>
            <p:ph type="body" sz="quarter" idx="35" hasCustomPrompt="1"/>
          </p:nvPr>
        </p:nvSpPr>
        <p:spPr>
          <a:xfrm>
            <a:off x="954840" y="1650390"/>
            <a:ext cx="2241550" cy="567363"/>
          </a:xfrm>
          <a:prstGeom prst="rect">
            <a:avLst/>
          </a:prstGeom>
        </p:spPr>
        <p:txBody>
          <a:bodyPr/>
          <a:lstStyle>
            <a:lvl1pPr marL="171450" indent="-171450">
              <a:lnSpc>
                <a:spcPct val="100000"/>
              </a:lnSpc>
              <a:buFont typeface="Arial" panose="020B0604020202020204" pitchFamily="34" charset="0"/>
              <a:buChar char="•"/>
              <a:defRPr sz="1200" b="1">
                <a:solidFill>
                  <a:schemeClr val="bg1"/>
                </a:solidFill>
              </a:defRPr>
            </a:lvl1pPr>
          </a:lstStyle>
          <a:p>
            <a:pPr lvl="0"/>
            <a:r>
              <a:rPr lang="ru-RU" dirty="0"/>
              <a:t>Вариант один</a:t>
            </a:r>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bg1"/>
                </a:solidFill>
              </a:defRPr>
            </a:lvl1pPr>
          </a:lstStyle>
          <a:p>
            <a:fld id="{03D1A0BF-D385-4A72-B24F-35C80431A2AC}" type="slidenum">
              <a:rPr lang="ru-RU" smtClean="0"/>
              <a:pPr/>
              <a:t>‹#›</a:t>
            </a:fld>
            <a:endParaRPr lang="ru-RU" dirty="0"/>
          </a:p>
        </p:txBody>
      </p:sp>
      <p:sp>
        <p:nvSpPr>
          <p:cNvPr id="14" name="Прямоугольник с двумя скругленными соседними углами 25">
            <a:extLst>
              <a:ext uri="{FF2B5EF4-FFF2-40B4-BE49-F238E27FC236}">
                <a16:creationId xmlns:a16="http://schemas.microsoft.com/office/drawing/2014/main" id="{C2763FCF-E579-456F-9811-8C935326EF61}"/>
              </a:ext>
            </a:extLst>
          </p:cNvPr>
          <p:cNvSpPr/>
          <p:nvPr userDrawn="1"/>
        </p:nvSpPr>
        <p:spPr>
          <a:xfrm rot="5400000">
            <a:off x="3698977" y="-2542270"/>
            <a:ext cx="992579" cy="8669935"/>
          </a:xfrm>
          <a:prstGeom prst="round2SameRect">
            <a:avLst>
              <a:gd name="adj1" fmla="val 49433"/>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dirty="0">
              <a:solidFill>
                <a:srgbClr val="FFFFFF"/>
              </a:solidFill>
              <a:latin typeface="Calibri" panose="020F0502020204030204"/>
            </a:endParaRPr>
          </a:p>
        </p:txBody>
      </p:sp>
      <p:sp>
        <p:nvSpPr>
          <p:cNvPr id="15" name="Прямоугольник с двумя скругленными соседними углами 25">
            <a:extLst>
              <a:ext uri="{FF2B5EF4-FFF2-40B4-BE49-F238E27FC236}">
                <a16:creationId xmlns:a16="http://schemas.microsoft.com/office/drawing/2014/main" id="{BCA48363-0F76-431B-8FA6-8A6FACB09107}"/>
              </a:ext>
            </a:extLst>
          </p:cNvPr>
          <p:cNvSpPr/>
          <p:nvPr userDrawn="1"/>
        </p:nvSpPr>
        <p:spPr>
          <a:xfrm rot="5400000">
            <a:off x="3698976" y="-1384810"/>
            <a:ext cx="992579" cy="8669937"/>
          </a:xfrm>
          <a:prstGeom prst="round2SameRect">
            <a:avLst>
              <a:gd name="adj1" fmla="val 49433"/>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a:solidFill>
                <a:srgbClr val="FFFFFF"/>
              </a:solidFill>
              <a:latin typeface="Calibri" panose="020F0502020204030204"/>
            </a:endParaRPr>
          </a:p>
        </p:txBody>
      </p:sp>
      <p:sp>
        <p:nvSpPr>
          <p:cNvPr id="16" name="Прямоугольник с двумя скругленными соседними углами 25">
            <a:extLst>
              <a:ext uri="{FF2B5EF4-FFF2-40B4-BE49-F238E27FC236}">
                <a16:creationId xmlns:a16="http://schemas.microsoft.com/office/drawing/2014/main" id="{E8D0B866-1D5C-46FA-82F1-CAF68BE022D1}"/>
              </a:ext>
            </a:extLst>
          </p:cNvPr>
          <p:cNvSpPr/>
          <p:nvPr userDrawn="1"/>
        </p:nvSpPr>
        <p:spPr>
          <a:xfrm rot="5400000">
            <a:off x="3698976" y="-215546"/>
            <a:ext cx="992579" cy="8669940"/>
          </a:xfrm>
          <a:prstGeom prst="round2SameRect">
            <a:avLst>
              <a:gd name="adj1" fmla="val 49433"/>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a:solidFill>
                <a:srgbClr val="FFFFFF"/>
              </a:solidFill>
              <a:latin typeface="Calibri" panose="020F0502020204030204"/>
            </a:endParaRPr>
          </a:p>
        </p:txBody>
      </p:sp>
      <p:sp>
        <p:nvSpPr>
          <p:cNvPr id="17" name="Текст 37">
            <a:extLst>
              <a:ext uri="{FF2B5EF4-FFF2-40B4-BE49-F238E27FC236}">
                <a16:creationId xmlns:a16="http://schemas.microsoft.com/office/drawing/2014/main" id="{42E02610-22C1-4DFC-BDA0-825CD0438F0A}"/>
              </a:ext>
            </a:extLst>
          </p:cNvPr>
          <p:cNvSpPr>
            <a:spLocks noGrp="1"/>
          </p:cNvSpPr>
          <p:nvPr>
            <p:ph type="body" sz="quarter" idx="48" hasCustomPrompt="1"/>
          </p:nvPr>
        </p:nvSpPr>
        <p:spPr>
          <a:xfrm>
            <a:off x="3429886" y="1002402"/>
            <a:ext cx="1530758" cy="230821"/>
          </a:xfrm>
          <a:prstGeom prst="rect">
            <a:avLst/>
          </a:prstGeom>
        </p:spPr>
        <p:txBody>
          <a:bodyPr>
            <a:noAutofit/>
          </a:bodyPr>
          <a:lstStyle>
            <a:lvl1pPr marL="0" indent="0" algn="ctr">
              <a:buNone/>
              <a:defRPr sz="1000">
                <a:solidFill>
                  <a:schemeClr val="bg1"/>
                </a:solidFill>
                <a:latin typeface="Arial Black" panose="020B0A04020102020204" pitchFamily="34" charset="0"/>
              </a:defRPr>
            </a:lvl1pPr>
          </a:lstStyle>
          <a:p>
            <a:pPr lvl="0"/>
            <a:r>
              <a:rPr lang="ru-RU" dirty="0"/>
              <a:t>ЗАГОЛОВОК</a:t>
            </a:r>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954840" y="1374943"/>
            <a:ext cx="2241549" cy="230821"/>
          </a:xfrm>
          <a:prstGeom prst="rect">
            <a:avLst/>
          </a:prstGeom>
        </p:spPr>
        <p:txBody>
          <a:bodyPr>
            <a:noAutofit/>
          </a:bodyPr>
          <a:lstStyle>
            <a:lvl1pPr marL="0" indent="0">
              <a:buNone/>
              <a:defRPr sz="1400">
                <a:solidFill>
                  <a:schemeClr val="bg1"/>
                </a:solidFill>
                <a:latin typeface="Arial Black" panose="020B0A04020102020204" pitchFamily="34" charset="0"/>
              </a:defRPr>
            </a:lvl1pPr>
          </a:lstStyle>
          <a:p>
            <a:pPr lvl="0"/>
            <a:r>
              <a:rPr lang="ru-RU" dirty="0"/>
              <a:t>КОНЦЕПЦИЯ</a:t>
            </a:r>
          </a:p>
        </p:txBody>
      </p:sp>
      <p:sp>
        <p:nvSpPr>
          <p:cNvPr id="19" name="Текст 24">
            <a:extLst>
              <a:ext uri="{FF2B5EF4-FFF2-40B4-BE49-F238E27FC236}">
                <a16:creationId xmlns:a16="http://schemas.microsoft.com/office/drawing/2014/main" id="{6835E154-1490-4FF8-849A-D8F788B2C60D}"/>
              </a:ext>
            </a:extLst>
          </p:cNvPr>
          <p:cNvSpPr>
            <a:spLocks noGrp="1"/>
          </p:cNvSpPr>
          <p:nvPr>
            <p:ph type="body" sz="quarter" idx="50" hasCustomPrompt="1"/>
          </p:nvPr>
        </p:nvSpPr>
        <p:spPr>
          <a:xfrm>
            <a:off x="954840" y="2821578"/>
            <a:ext cx="2241550" cy="567363"/>
          </a:xfrm>
          <a:prstGeom prst="rect">
            <a:avLst/>
          </a:prstGeom>
        </p:spPr>
        <p:txBody>
          <a:bodyPr/>
          <a:lstStyle>
            <a:lvl1pPr marL="171450" indent="-171450">
              <a:lnSpc>
                <a:spcPct val="100000"/>
              </a:lnSpc>
              <a:buFont typeface="Arial" panose="020B0604020202020204" pitchFamily="34" charset="0"/>
              <a:buChar char="•"/>
              <a:defRPr sz="1200" b="1">
                <a:solidFill>
                  <a:schemeClr val="bg1"/>
                </a:solidFill>
              </a:defRPr>
            </a:lvl1pPr>
          </a:lstStyle>
          <a:p>
            <a:pPr lvl="0"/>
            <a:r>
              <a:rPr lang="ru-RU" dirty="0"/>
              <a:t>Вариант один</a:t>
            </a:r>
          </a:p>
        </p:txBody>
      </p:sp>
      <p:sp>
        <p:nvSpPr>
          <p:cNvPr id="20" name="Текст 37">
            <a:extLst>
              <a:ext uri="{FF2B5EF4-FFF2-40B4-BE49-F238E27FC236}">
                <a16:creationId xmlns:a16="http://schemas.microsoft.com/office/drawing/2014/main" id="{B4465A05-A074-4EC7-A2D6-A84D8C75FE0D}"/>
              </a:ext>
            </a:extLst>
          </p:cNvPr>
          <p:cNvSpPr>
            <a:spLocks noGrp="1"/>
          </p:cNvSpPr>
          <p:nvPr>
            <p:ph type="body" sz="quarter" idx="51" hasCustomPrompt="1"/>
          </p:nvPr>
        </p:nvSpPr>
        <p:spPr>
          <a:xfrm>
            <a:off x="954840" y="2546131"/>
            <a:ext cx="2241549" cy="230821"/>
          </a:xfrm>
          <a:prstGeom prst="rect">
            <a:avLst/>
          </a:prstGeom>
        </p:spPr>
        <p:txBody>
          <a:bodyPr>
            <a:noAutofit/>
          </a:bodyPr>
          <a:lstStyle>
            <a:lvl1pPr marL="0" indent="0">
              <a:buNone/>
              <a:defRPr sz="1400">
                <a:solidFill>
                  <a:schemeClr val="bg1"/>
                </a:solidFill>
                <a:latin typeface="Arial Black" panose="020B0A04020102020204" pitchFamily="34" charset="0"/>
              </a:defRPr>
            </a:lvl1pPr>
          </a:lstStyle>
          <a:p>
            <a:pPr lvl="0"/>
            <a:r>
              <a:rPr lang="ru-RU" dirty="0"/>
              <a:t>КОНЦЕПЦИЯ</a:t>
            </a:r>
          </a:p>
        </p:txBody>
      </p:sp>
      <p:sp>
        <p:nvSpPr>
          <p:cNvPr id="21" name="Текст 24">
            <a:extLst>
              <a:ext uri="{FF2B5EF4-FFF2-40B4-BE49-F238E27FC236}">
                <a16:creationId xmlns:a16="http://schemas.microsoft.com/office/drawing/2014/main" id="{E0096077-C79A-4DA6-956E-FBA61C3E7E79}"/>
              </a:ext>
            </a:extLst>
          </p:cNvPr>
          <p:cNvSpPr>
            <a:spLocks noGrp="1"/>
          </p:cNvSpPr>
          <p:nvPr>
            <p:ph type="body" sz="quarter" idx="52" hasCustomPrompt="1"/>
          </p:nvPr>
        </p:nvSpPr>
        <p:spPr>
          <a:xfrm>
            <a:off x="954840" y="3990061"/>
            <a:ext cx="2241550" cy="567363"/>
          </a:xfrm>
          <a:prstGeom prst="rect">
            <a:avLst/>
          </a:prstGeom>
        </p:spPr>
        <p:txBody>
          <a:bodyPr/>
          <a:lstStyle>
            <a:lvl1pPr marL="171450" indent="-171450">
              <a:lnSpc>
                <a:spcPct val="100000"/>
              </a:lnSpc>
              <a:buFont typeface="Arial" panose="020B0604020202020204" pitchFamily="34" charset="0"/>
              <a:buChar char="•"/>
              <a:defRPr sz="1200" b="1">
                <a:solidFill>
                  <a:schemeClr val="bg1"/>
                </a:solidFill>
              </a:defRPr>
            </a:lvl1pPr>
          </a:lstStyle>
          <a:p>
            <a:pPr lvl="0"/>
            <a:r>
              <a:rPr lang="ru-RU" dirty="0"/>
              <a:t>Вариант один</a:t>
            </a:r>
          </a:p>
        </p:txBody>
      </p:sp>
      <p:sp>
        <p:nvSpPr>
          <p:cNvPr id="22" name="Текст 37">
            <a:extLst>
              <a:ext uri="{FF2B5EF4-FFF2-40B4-BE49-F238E27FC236}">
                <a16:creationId xmlns:a16="http://schemas.microsoft.com/office/drawing/2014/main" id="{BEC127C5-62C1-4D24-8196-6F17B7ABB645}"/>
              </a:ext>
            </a:extLst>
          </p:cNvPr>
          <p:cNvSpPr>
            <a:spLocks noGrp="1"/>
          </p:cNvSpPr>
          <p:nvPr>
            <p:ph type="body" sz="quarter" idx="53" hasCustomPrompt="1"/>
          </p:nvPr>
        </p:nvSpPr>
        <p:spPr>
          <a:xfrm>
            <a:off x="954840" y="3714614"/>
            <a:ext cx="2241549" cy="230821"/>
          </a:xfrm>
          <a:prstGeom prst="rect">
            <a:avLst/>
          </a:prstGeom>
        </p:spPr>
        <p:txBody>
          <a:bodyPr>
            <a:noAutofit/>
          </a:bodyPr>
          <a:lstStyle>
            <a:lvl1pPr marL="0" indent="0">
              <a:buNone/>
              <a:defRPr sz="1400">
                <a:solidFill>
                  <a:schemeClr val="bg1"/>
                </a:solidFill>
                <a:latin typeface="Arial Black" panose="020B0A04020102020204" pitchFamily="34" charset="0"/>
              </a:defRPr>
            </a:lvl1pPr>
          </a:lstStyle>
          <a:p>
            <a:pPr lvl="0"/>
            <a:r>
              <a:rPr lang="ru-RU" dirty="0"/>
              <a:t>КОНЦЕПЦИЯ</a:t>
            </a:r>
          </a:p>
        </p:txBody>
      </p:sp>
      <p:sp>
        <p:nvSpPr>
          <p:cNvPr id="23" name="Текст 37">
            <a:extLst>
              <a:ext uri="{FF2B5EF4-FFF2-40B4-BE49-F238E27FC236}">
                <a16:creationId xmlns:a16="http://schemas.microsoft.com/office/drawing/2014/main" id="{8585F36D-7BF4-4C0D-A108-BB399A4E2EF6}"/>
              </a:ext>
            </a:extLst>
          </p:cNvPr>
          <p:cNvSpPr>
            <a:spLocks noGrp="1"/>
          </p:cNvSpPr>
          <p:nvPr>
            <p:ph type="body" sz="quarter" idx="54" hasCustomPrompt="1"/>
          </p:nvPr>
        </p:nvSpPr>
        <p:spPr>
          <a:xfrm>
            <a:off x="3737897" y="1388362"/>
            <a:ext cx="914735" cy="270574"/>
          </a:xfrm>
          <a:prstGeom prst="rect">
            <a:avLst/>
          </a:prstGeom>
        </p:spPr>
        <p:txBody>
          <a:bodyPr anchor="ctr">
            <a:noAutofit/>
          </a:bodyPr>
          <a:lstStyle>
            <a:lvl1pPr marL="0" indent="0" algn="ctr">
              <a:buNone/>
              <a:defRPr sz="2400">
                <a:solidFill>
                  <a:schemeClr val="accent2"/>
                </a:solidFill>
                <a:latin typeface="Arial Black" panose="020B0A04020102020204" pitchFamily="34" charset="0"/>
              </a:defRPr>
            </a:lvl1pPr>
          </a:lstStyle>
          <a:p>
            <a:pPr lvl="0"/>
            <a:r>
              <a:rPr lang="ru-RU" dirty="0"/>
              <a:t>9</a:t>
            </a:r>
          </a:p>
        </p:txBody>
      </p:sp>
      <p:sp>
        <p:nvSpPr>
          <p:cNvPr id="24" name="Текст 24">
            <a:extLst>
              <a:ext uri="{FF2B5EF4-FFF2-40B4-BE49-F238E27FC236}">
                <a16:creationId xmlns:a16="http://schemas.microsoft.com/office/drawing/2014/main" id="{89F8C48F-7DEA-4EE8-9080-3113B7D2BDD1}"/>
              </a:ext>
            </a:extLst>
          </p:cNvPr>
          <p:cNvSpPr>
            <a:spLocks noGrp="1"/>
          </p:cNvSpPr>
          <p:nvPr>
            <p:ph type="body" sz="quarter" idx="55" hasCustomPrompt="1"/>
          </p:nvPr>
        </p:nvSpPr>
        <p:spPr>
          <a:xfrm>
            <a:off x="3975940" y="1705966"/>
            <a:ext cx="438648" cy="494696"/>
          </a:xfrm>
          <a:prstGeom prst="rect">
            <a:avLst/>
          </a:prstGeom>
        </p:spPr>
        <p:txBody>
          <a:bodyPr/>
          <a:lstStyle>
            <a:lvl1pPr marL="0" indent="0" algn="ctr">
              <a:lnSpc>
                <a:spcPct val="100000"/>
              </a:lnSpc>
              <a:buFont typeface="Arial" panose="020B0604020202020204" pitchFamily="34" charset="0"/>
              <a:buNone/>
              <a:defRPr sz="1200" b="1">
                <a:solidFill>
                  <a:schemeClr val="bg1"/>
                </a:solidFill>
              </a:defRPr>
            </a:lvl1pPr>
          </a:lstStyle>
          <a:p>
            <a:pPr lvl="0"/>
            <a:r>
              <a:rPr lang="ru-RU" dirty="0"/>
              <a:t>9</a:t>
            </a:r>
            <a:br>
              <a:rPr lang="ru-RU" dirty="0"/>
            </a:br>
            <a:r>
              <a:rPr lang="ru-RU" dirty="0"/>
              <a:t>6</a:t>
            </a:r>
          </a:p>
        </p:txBody>
      </p:sp>
      <p:sp>
        <p:nvSpPr>
          <p:cNvPr id="25" name="Текст 37">
            <a:extLst>
              <a:ext uri="{FF2B5EF4-FFF2-40B4-BE49-F238E27FC236}">
                <a16:creationId xmlns:a16="http://schemas.microsoft.com/office/drawing/2014/main" id="{F530FF7E-6E79-44E1-AEB8-AE8697A55DCF}"/>
              </a:ext>
            </a:extLst>
          </p:cNvPr>
          <p:cNvSpPr>
            <a:spLocks noGrp="1"/>
          </p:cNvSpPr>
          <p:nvPr>
            <p:ph type="body" sz="quarter" idx="56" hasCustomPrompt="1"/>
          </p:nvPr>
        </p:nvSpPr>
        <p:spPr>
          <a:xfrm>
            <a:off x="3737897" y="2554161"/>
            <a:ext cx="914735" cy="270574"/>
          </a:xfrm>
          <a:prstGeom prst="rect">
            <a:avLst/>
          </a:prstGeom>
        </p:spPr>
        <p:txBody>
          <a:bodyPr anchor="ctr">
            <a:noAutofit/>
          </a:bodyPr>
          <a:lstStyle>
            <a:lvl1pPr marL="0" indent="0" algn="ctr">
              <a:buNone/>
              <a:defRPr sz="2400">
                <a:solidFill>
                  <a:schemeClr val="accent2"/>
                </a:solidFill>
                <a:latin typeface="Arial Black" panose="020B0A04020102020204" pitchFamily="34" charset="0"/>
              </a:defRPr>
            </a:lvl1pPr>
          </a:lstStyle>
          <a:p>
            <a:pPr lvl="0"/>
            <a:r>
              <a:rPr lang="ru-RU" dirty="0"/>
              <a:t>9</a:t>
            </a:r>
          </a:p>
        </p:txBody>
      </p:sp>
      <p:sp>
        <p:nvSpPr>
          <p:cNvPr id="26" name="Текст 24">
            <a:extLst>
              <a:ext uri="{FF2B5EF4-FFF2-40B4-BE49-F238E27FC236}">
                <a16:creationId xmlns:a16="http://schemas.microsoft.com/office/drawing/2014/main" id="{CCDEA683-4B27-4465-A8E5-D399626672D4}"/>
              </a:ext>
            </a:extLst>
          </p:cNvPr>
          <p:cNvSpPr>
            <a:spLocks noGrp="1"/>
          </p:cNvSpPr>
          <p:nvPr>
            <p:ph type="body" sz="quarter" idx="57" hasCustomPrompt="1"/>
          </p:nvPr>
        </p:nvSpPr>
        <p:spPr>
          <a:xfrm>
            <a:off x="3975940" y="2871765"/>
            <a:ext cx="438648" cy="494696"/>
          </a:xfrm>
          <a:prstGeom prst="rect">
            <a:avLst/>
          </a:prstGeom>
        </p:spPr>
        <p:txBody>
          <a:bodyPr/>
          <a:lstStyle>
            <a:lvl1pPr marL="0" indent="0" algn="ctr">
              <a:lnSpc>
                <a:spcPct val="100000"/>
              </a:lnSpc>
              <a:buFont typeface="Arial" panose="020B0604020202020204" pitchFamily="34" charset="0"/>
              <a:buNone/>
              <a:defRPr sz="1200" b="1">
                <a:solidFill>
                  <a:schemeClr val="bg1"/>
                </a:solidFill>
              </a:defRPr>
            </a:lvl1pPr>
          </a:lstStyle>
          <a:p>
            <a:pPr lvl="0"/>
            <a:r>
              <a:rPr lang="ru-RU" dirty="0"/>
              <a:t>9</a:t>
            </a:r>
            <a:br>
              <a:rPr lang="ru-RU" dirty="0"/>
            </a:br>
            <a:r>
              <a:rPr lang="ru-RU" dirty="0"/>
              <a:t>6</a:t>
            </a:r>
          </a:p>
        </p:txBody>
      </p:sp>
      <p:sp>
        <p:nvSpPr>
          <p:cNvPr id="27" name="Текст 37">
            <a:extLst>
              <a:ext uri="{FF2B5EF4-FFF2-40B4-BE49-F238E27FC236}">
                <a16:creationId xmlns:a16="http://schemas.microsoft.com/office/drawing/2014/main" id="{069B403E-D87B-4F8A-B528-7310057C3522}"/>
              </a:ext>
            </a:extLst>
          </p:cNvPr>
          <p:cNvSpPr>
            <a:spLocks noGrp="1"/>
          </p:cNvSpPr>
          <p:nvPr>
            <p:ph type="body" sz="quarter" idx="58" hasCustomPrompt="1"/>
          </p:nvPr>
        </p:nvSpPr>
        <p:spPr>
          <a:xfrm>
            <a:off x="3737897" y="3714614"/>
            <a:ext cx="914735" cy="270574"/>
          </a:xfrm>
          <a:prstGeom prst="rect">
            <a:avLst/>
          </a:prstGeom>
        </p:spPr>
        <p:txBody>
          <a:bodyPr anchor="ctr">
            <a:noAutofit/>
          </a:bodyPr>
          <a:lstStyle>
            <a:lvl1pPr marL="0" indent="0" algn="ctr">
              <a:buNone/>
              <a:defRPr sz="2400">
                <a:solidFill>
                  <a:schemeClr val="accent2"/>
                </a:solidFill>
                <a:latin typeface="Arial Black" panose="020B0A04020102020204" pitchFamily="34" charset="0"/>
              </a:defRPr>
            </a:lvl1pPr>
          </a:lstStyle>
          <a:p>
            <a:pPr lvl="0"/>
            <a:r>
              <a:rPr lang="ru-RU" dirty="0"/>
              <a:t>9</a:t>
            </a:r>
          </a:p>
        </p:txBody>
      </p:sp>
      <p:sp>
        <p:nvSpPr>
          <p:cNvPr id="28" name="Текст 24">
            <a:extLst>
              <a:ext uri="{FF2B5EF4-FFF2-40B4-BE49-F238E27FC236}">
                <a16:creationId xmlns:a16="http://schemas.microsoft.com/office/drawing/2014/main" id="{5112D183-689E-4E3F-98C7-3FC8EF927C86}"/>
              </a:ext>
            </a:extLst>
          </p:cNvPr>
          <p:cNvSpPr>
            <a:spLocks noGrp="1"/>
          </p:cNvSpPr>
          <p:nvPr>
            <p:ph type="body" sz="quarter" idx="59" hasCustomPrompt="1"/>
          </p:nvPr>
        </p:nvSpPr>
        <p:spPr>
          <a:xfrm>
            <a:off x="3975940" y="4032218"/>
            <a:ext cx="438648" cy="494696"/>
          </a:xfrm>
          <a:prstGeom prst="rect">
            <a:avLst/>
          </a:prstGeom>
        </p:spPr>
        <p:txBody>
          <a:bodyPr/>
          <a:lstStyle>
            <a:lvl1pPr marL="0" indent="0" algn="ctr">
              <a:lnSpc>
                <a:spcPct val="100000"/>
              </a:lnSpc>
              <a:buFont typeface="Arial" panose="020B0604020202020204" pitchFamily="34" charset="0"/>
              <a:buNone/>
              <a:defRPr sz="1200" b="1">
                <a:solidFill>
                  <a:schemeClr val="bg1"/>
                </a:solidFill>
              </a:defRPr>
            </a:lvl1pPr>
          </a:lstStyle>
          <a:p>
            <a:pPr lvl="0"/>
            <a:r>
              <a:rPr lang="ru-RU" dirty="0"/>
              <a:t>9</a:t>
            </a:r>
            <a:br>
              <a:rPr lang="ru-RU" dirty="0"/>
            </a:br>
            <a:r>
              <a:rPr lang="ru-RU" dirty="0"/>
              <a:t>6</a:t>
            </a:r>
          </a:p>
        </p:txBody>
      </p:sp>
    </p:spTree>
    <p:extLst>
      <p:ext uri="{BB962C8B-B14F-4D97-AF65-F5344CB8AC3E}">
        <p14:creationId xmlns:p14="http://schemas.microsoft.com/office/powerpoint/2010/main" val="558254564"/>
      </p:ext>
    </p:extLst>
  </p:cSld>
  <p:clrMapOvr>
    <a:masterClrMapping/>
  </p:clrMapOvr>
  <p:transition spd="slow">
    <p:fade thruBlk="1"/>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Четыре скруглённые рамки и вывод.">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572000" y="1149296"/>
            <a:ext cx="2469735" cy="660388"/>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bg1"/>
                </a:solidFill>
              </a:defRPr>
            </a:lvl1pPr>
          </a:lstStyle>
          <a:p>
            <a:fld id="{03D1A0BF-D385-4A72-B24F-35C80431A2AC}" type="slidenum">
              <a:rPr lang="ru-RU" smtClean="0"/>
              <a:pPr/>
              <a:t>‹#›</a:t>
            </a:fld>
            <a:endParaRPr lang="ru-RU" dirty="0"/>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624928" y="1241039"/>
            <a:ext cx="2473084" cy="568645"/>
          </a:xfrm>
          <a:prstGeom prst="rect">
            <a:avLst/>
          </a:prstGeom>
        </p:spPr>
        <p:txBody>
          <a:bodyPr anchor="ctr">
            <a:noAutofit/>
          </a:bodyPr>
          <a:lstStyle>
            <a:lvl1pPr marL="0" indent="0">
              <a:spcBef>
                <a:spcPts val="0"/>
              </a:spcBef>
              <a:buNone/>
              <a:defRPr sz="1800">
                <a:solidFill>
                  <a:schemeClr val="bg1"/>
                </a:solidFill>
                <a:latin typeface="Arial Black" panose="020B0A04020102020204" pitchFamily="34" charset="0"/>
              </a:defRPr>
            </a:lvl1pPr>
          </a:lstStyle>
          <a:p>
            <a:pPr lvl="0"/>
            <a:r>
              <a:rPr lang="ru-RU" dirty="0"/>
              <a:t>ПОДЗАГОЛОВОК ОДИН</a:t>
            </a:r>
          </a:p>
        </p:txBody>
      </p:sp>
      <p:sp>
        <p:nvSpPr>
          <p:cNvPr id="29" name="Прямоугольник с двумя скругленными соседними углами 22">
            <a:extLst>
              <a:ext uri="{FF2B5EF4-FFF2-40B4-BE49-F238E27FC236}">
                <a16:creationId xmlns:a16="http://schemas.microsoft.com/office/drawing/2014/main" id="{48EA7AD6-1DE1-4BDA-BC1B-50A02015BAF5}"/>
              </a:ext>
            </a:extLst>
          </p:cNvPr>
          <p:cNvSpPr/>
          <p:nvPr userDrawn="1"/>
        </p:nvSpPr>
        <p:spPr>
          <a:xfrm rot="5400000">
            <a:off x="1165150" y="-586620"/>
            <a:ext cx="993773" cy="4229126"/>
          </a:xfrm>
          <a:prstGeom prst="round2SameRect">
            <a:avLst>
              <a:gd name="adj1" fmla="val 50000"/>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30" name="Прямоугольник с двумя скругленными соседними углами 22">
            <a:extLst>
              <a:ext uri="{FF2B5EF4-FFF2-40B4-BE49-F238E27FC236}">
                <a16:creationId xmlns:a16="http://schemas.microsoft.com/office/drawing/2014/main" id="{14DF8120-C13C-448E-825A-3CCD584D6234}"/>
              </a:ext>
            </a:extLst>
          </p:cNvPr>
          <p:cNvSpPr/>
          <p:nvPr userDrawn="1"/>
        </p:nvSpPr>
        <p:spPr>
          <a:xfrm rot="5400000">
            <a:off x="1165151" y="568957"/>
            <a:ext cx="993772" cy="4229126"/>
          </a:xfrm>
          <a:prstGeom prst="round2SameRect">
            <a:avLst>
              <a:gd name="adj1" fmla="val 50000"/>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32" name="Текст 37">
            <a:extLst>
              <a:ext uri="{FF2B5EF4-FFF2-40B4-BE49-F238E27FC236}">
                <a16:creationId xmlns:a16="http://schemas.microsoft.com/office/drawing/2014/main" id="{B3D098A4-B995-49FB-ACC7-E91AD3BED909}"/>
              </a:ext>
            </a:extLst>
          </p:cNvPr>
          <p:cNvSpPr>
            <a:spLocks noGrp="1"/>
          </p:cNvSpPr>
          <p:nvPr>
            <p:ph type="body" sz="quarter" idx="51" hasCustomPrompt="1"/>
          </p:nvPr>
        </p:nvSpPr>
        <p:spPr>
          <a:xfrm>
            <a:off x="624928" y="2401781"/>
            <a:ext cx="2473084" cy="568645"/>
          </a:xfrm>
          <a:prstGeom prst="rect">
            <a:avLst/>
          </a:prstGeom>
        </p:spPr>
        <p:txBody>
          <a:bodyPr anchor="ctr">
            <a:noAutofit/>
          </a:bodyPr>
          <a:lstStyle>
            <a:lvl1pPr marL="0" indent="0">
              <a:spcBef>
                <a:spcPts val="0"/>
              </a:spcBef>
              <a:buNone/>
              <a:defRPr sz="1800">
                <a:solidFill>
                  <a:schemeClr val="bg1"/>
                </a:solidFill>
                <a:latin typeface="Arial Black" panose="020B0A04020102020204" pitchFamily="34" charset="0"/>
              </a:defRPr>
            </a:lvl1pPr>
          </a:lstStyle>
          <a:p>
            <a:pPr lvl="0"/>
            <a:r>
              <a:rPr lang="ru-RU" dirty="0"/>
              <a:t>ПОДЗАГОЛОВОК ДВА</a:t>
            </a:r>
          </a:p>
        </p:txBody>
      </p:sp>
      <p:sp>
        <p:nvSpPr>
          <p:cNvPr id="11" name="Прямоугольник с двумя скругленными соседними углами 22">
            <a:extLst>
              <a:ext uri="{FF2B5EF4-FFF2-40B4-BE49-F238E27FC236}">
                <a16:creationId xmlns:a16="http://schemas.microsoft.com/office/drawing/2014/main" id="{3E59FE7F-6885-4A79-A81F-15219615581B}"/>
              </a:ext>
            </a:extLst>
          </p:cNvPr>
          <p:cNvSpPr/>
          <p:nvPr userDrawn="1"/>
        </p:nvSpPr>
        <p:spPr>
          <a:xfrm rot="5400000">
            <a:off x="1331176" y="1643968"/>
            <a:ext cx="661722" cy="4229126"/>
          </a:xfrm>
          <a:prstGeom prst="round2SameRect">
            <a:avLst>
              <a:gd name="adj1" fmla="val 50000"/>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12" name="Прямоугольник с двумя скругленными соседними углами 22">
            <a:extLst>
              <a:ext uri="{FF2B5EF4-FFF2-40B4-BE49-F238E27FC236}">
                <a16:creationId xmlns:a16="http://schemas.microsoft.com/office/drawing/2014/main" id="{B5367EB9-11A5-44CE-90DE-C3DDD844CD4A}"/>
              </a:ext>
            </a:extLst>
          </p:cNvPr>
          <p:cNvSpPr/>
          <p:nvPr userDrawn="1"/>
        </p:nvSpPr>
        <p:spPr>
          <a:xfrm rot="5400000">
            <a:off x="1331176" y="2476040"/>
            <a:ext cx="661722" cy="4229126"/>
          </a:xfrm>
          <a:prstGeom prst="round2SameRect">
            <a:avLst>
              <a:gd name="adj1" fmla="val 50000"/>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13" name="Половина рамки 12">
            <a:extLst>
              <a:ext uri="{FF2B5EF4-FFF2-40B4-BE49-F238E27FC236}">
                <a16:creationId xmlns:a16="http://schemas.microsoft.com/office/drawing/2014/main" id="{0C391441-01DC-4AF4-BC1A-2211DD3822A6}"/>
              </a:ext>
            </a:extLst>
          </p:cNvPr>
          <p:cNvSpPr/>
          <p:nvPr userDrawn="1"/>
        </p:nvSpPr>
        <p:spPr>
          <a:xfrm rot="8100000">
            <a:off x="3057748" y="1353761"/>
            <a:ext cx="314434" cy="314434"/>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4" name="Половина рамки 13">
            <a:extLst>
              <a:ext uri="{FF2B5EF4-FFF2-40B4-BE49-F238E27FC236}">
                <a16:creationId xmlns:a16="http://schemas.microsoft.com/office/drawing/2014/main" id="{0EA09B9F-0582-4092-81BD-A5C62D577BA0}"/>
              </a:ext>
            </a:extLst>
          </p:cNvPr>
          <p:cNvSpPr/>
          <p:nvPr userDrawn="1"/>
        </p:nvSpPr>
        <p:spPr>
          <a:xfrm rot="8100000">
            <a:off x="3057748" y="2508906"/>
            <a:ext cx="314434" cy="314434"/>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5" name="Половина рамки 14">
            <a:extLst>
              <a:ext uri="{FF2B5EF4-FFF2-40B4-BE49-F238E27FC236}">
                <a16:creationId xmlns:a16="http://schemas.microsoft.com/office/drawing/2014/main" id="{BB5768BF-73AA-4BCE-9631-2116056F3306}"/>
              </a:ext>
            </a:extLst>
          </p:cNvPr>
          <p:cNvSpPr/>
          <p:nvPr userDrawn="1"/>
        </p:nvSpPr>
        <p:spPr>
          <a:xfrm rot="8100000">
            <a:off x="3046545" y="3628361"/>
            <a:ext cx="260340" cy="260340"/>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6" name="Половина рамки 15">
            <a:extLst>
              <a:ext uri="{FF2B5EF4-FFF2-40B4-BE49-F238E27FC236}">
                <a16:creationId xmlns:a16="http://schemas.microsoft.com/office/drawing/2014/main" id="{445E8627-0DE2-4D8D-8504-4092FAFB50EA}"/>
              </a:ext>
            </a:extLst>
          </p:cNvPr>
          <p:cNvSpPr/>
          <p:nvPr userDrawn="1"/>
        </p:nvSpPr>
        <p:spPr>
          <a:xfrm rot="8100000">
            <a:off x="3046545" y="4460434"/>
            <a:ext cx="260340" cy="260340"/>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7" name="Текст 5">
            <a:extLst>
              <a:ext uri="{FF2B5EF4-FFF2-40B4-BE49-F238E27FC236}">
                <a16:creationId xmlns:a16="http://schemas.microsoft.com/office/drawing/2014/main" id="{F15D49BE-0EAA-46E4-97C1-0AACAC39BEE3}"/>
              </a:ext>
            </a:extLst>
          </p:cNvPr>
          <p:cNvSpPr>
            <a:spLocks noGrp="1"/>
          </p:cNvSpPr>
          <p:nvPr>
            <p:ph type="body" sz="quarter" idx="52" hasCustomPrompt="1"/>
          </p:nvPr>
        </p:nvSpPr>
        <p:spPr>
          <a:xfrm>
            <a:off x="4571999" y="2283251"/>
            <a:ext cx="2469735" cy="660388"/>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19" name="Текст 5">
            <a:extLst>
              <a:ext uri="{FF2B5EF4-FFF2-40B4-BE49-F238E27FC236}">
                <a16:creationId xmlns:a16="http://schemas.microsoft.com/office/drawing/2014/main" id="{25CEB7EE-656B-4321-BA82-8E0BF5198119}"/>
              </a:ext>
            </a:extLst>
          </p:cNvPr>
          <p:cNvSpPr>
            <a:spLocks noGrp="1"/>
          </p:cNvSpPr>
          <p:nvPr>
            <p:ph type="body" sz="quarter" idx="53" hasCustomPrompt="1"/>
          </p:nvPr>
        </p:nvSpPr>
        <p:spPr>
          <a:xfrm>
            <a:off x="4563453" y="3417206"/>
            <a:ext cx="2469735" cy="660388"/>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20" name="Текст 5">
            <a:extLst>
              <a:ext uri="{FF2B5EF4-FFF2-40B4-BE49-F238E27FC236}">
                <a16:creationId xmlns:a16="http://schemas.microsoft.com/office/drawing/2014/main" id="{3D503DBE-796B-4309-964E-36E588CC928D}"/>
              </a:ext>
            </a:extLst>
          </p:cNvPr>
          <p:cNvSpPr>
            <a:spLocks noGrp="1"/>
          </p:cNvSpPr>
          <p:nvPr>
            <p:ph type="body" sz="quarter" idx="54" hasCustomPrompt="1"/>
          </p:nvPr>
        </p:nvSpPr>
        <p:spPr>
          <a:xfrm>
            <a:off x="4546361" y="4220967"/>
            <a:ext cx="2469735" cy="660388"/>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21" name="Половина рамки 20">
            <a:extLst>
              <a:ext uri="{FF2B5EF4-FFF2-40B4-BE49-F238E27FC236}">
                <a16:creationId xmlns:a16="http://schemas.microsoft.com/office/drawing/2014/main" id="{72F06E7B-55D7-4DFF-AD49-6DBFC4F1EAB3}"/>
              </a:ext>
            </a:extLst>
          </p:cNvPr>
          <p:cNvSpPr/>
          <p:nvPr userDrawn="1"/>
        </p:nvSpPr>
        <p:spPr>
          <a:xfrm rot="8100000">
            <a:off x="7064362" y="3999362"/>
            <a:ext cx="260340" cy="260340"/>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22" name="Половина рамки 21">
            <a:extLst>
              <a:ext uri="{FF2B5EF4-FFF2-40B4-BE49-F238E27FC236}">
                <a16:creationId xmlns:a16="http://schemas.microsoft.com/office/drawing/2014/main" id="{2E528052-5302-4572-9052-BADA807C8869}"/>
              </a:ext>
            </a:extLst>
          </p:cNvPr>
          <p:cNvSpPr/>
          <p:nvPr userDrawn="1"/>
        </p:nvSpPr>
        <p:spPr>
          <a:xfrm rot="8100000">
            <a:off x="7064362" y="1972081"/>
            <a:ext cx="260340" cy="260340"/>
          </a:xfrm>
          <a:prstGeom prst="halfFrame">
            <a:avLst>
              <a:gd name="adj1" fmla="val 0"/>
              <a:gd name="adj2" fmla="val 0"/>
            </a:avLst>
          </a:prstGeom>
          <a:noFill/>
          <a:ln w="381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23" name="Текст 37">
            <a:extLst>
              <a:ext uri="{FF2B5EF4-FFF2-40B4-BE49-F238E27FC236}">
                <a16:creationId xmlns:a16="http://schemas.microsoft.com/office/drawing/2014/main" id="{BC592112-D3CA-48DA-9CE9-13DE6E217C6A}"/>
              </a:ext>
            </a:extLst>
          </p:cNvPr>
          <p:cNvSpPr>
            <a:spLocks noGrp="1"/>
          </p:cNvSpPr>
          <p:nvPr>
            <p:ph type="body" sz="quarter" idx="55" hasCustomPrompt="1"/>
          </p:nvPr>
        </p:nvSpPr>
        <p:spPr>
          <a:xfrm>
            <a:off x="624928" y="3536841"/>
            <a:ext cx="2473084" cy="568645"/>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ОДИН</a:t>
            </a:r>
          </a:p>
        </p:txBody>
      </p:sp>
      <p:sp>
        <p:nvSpPr>
          <p:cNvPr id="24" name="Текст 37">
            <a:extLst>
              <a:ext uri="{FF2B5EF4-FFF2-40B4-BE49-F238E27FC236}">
                <a16:creationId xmlns:a16="http://schemas.microsoft.com/office/drawing/2014/main" id="{D3D2BCDE-24CC-4DAF-9708-545973A9A18F}"/>
              </a:ext>
            </a:extLst>
          </p:cNvPr>
          <p:cNvSpPr>
            <a:spLocks noGrp="1"/>
          </p:cNvSpPr>
          <p:nvPr>
            <p:ph type="body" sz="quarter" idx="56" hasCustomPrompt="1"/>
          </p:nvPr>
        </p:nvSpPr>
        <p:spPr>
          <a:xfrm>
            <a:off x="624928" y="4369928"/>
            <a:ext cx="2473084" cy="568645"/>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a:t>
            </a:r>
            <a:br>
              <a:rPr lang="ru-RU" dirty="0"/>
            </a:br>
            <a:r>
              <a:rPr lang="ru-RU" dirty="0"/>
              <a:t>ДВА</a:t>
            </a:r>
          </a:p>
        </p:txBody>
      </p:sp>
      <p:sp>
        <p:nvSpPr>
          <p:cNvPr id="25" name="Текст 37">
            <a:extLst>
              <a:ext uri="{FF2B5EF4-FFF2-40B4-BE49-F238E27FC236}">
                <a16:creationId xmlns:a16="http://schemas.microsoft.com/office/drawing/2014/main" id="{41BC460E-594C-4963-B2F5-09444533225D}"/>
              </a:ext>
            </a:extLst>
          </p:cNvPr>
          <p:cNvSpPr>
            <a:spLocks noGrp="1"/>
          </p:cNvSpPr>
          <p:nvPr>
            <p:ph type="body" sz="quarter" idx="57" hasCustomPrompt="1"/>
          </p:nvPr>
        </p:nvSpPr>
        <p:spPr>
          <a:xfrm>
            <a:off x="7525282" y="1772057"/>
            <a:ext cx="1490531" cy="660388"/>
          </a:xfrm>
          <a:prstGeom prst="rect">
            <a:avLst/>
          </a:prstGeom>
        </p:spPr>
        <p:txBody>
          <a:bodyPr anchor="ctr">
            <a:noAutofit/>
          </a:bodyPr>
          <a:lstStyle>
            <a:lvl1pPr marL="0" indent="0">
              <a:spcBef>
                <a:spcPts val="0"/>
              </a:spcBef>
              <a:buNone/>
              <a:defRPr sz="1400" b="1">
                <a:solidFill>
                  <a:schemeClr val="bg1"/>
                </a:solidFill>
                <a:latin typeface="Arial" panose="020B0604020202020204" pitchFamily="34" charset="0"/>
                <a:cs typeface="Arial" panose="020B0604020202020204" pitchFamily="34" charset="0"/>
              </a:defRPr>
            </a:lvl1pPr>
          </a:lstStyle>
          <a:p>
            <a:pPr lvl="0"/>
            <a:r>
              <a:rPr lang="ru-RU" dirty="0"/>
              <a:t>Вывод</a:t>
            </a:r>
            <a:br>
              <a:rPr lang="ru-RU" dirty="0"/>
            </a:br>
            <a:r>
              <a:rPr lang="ru-RU" dirty="0"/>
              <a:t>в несколько</a:t>
            </a:r>
            <a:br>
              <a:rPr lang="ru-RU" dirty="0"/>
            </a:br>
            <a:r>
              <a:rPr lang="ru-RU" dirty="0"/>
              <a:t>строчек</a:t>
            </a:r>
          </a:p>
        </p:txBody>
      </p:sp>
      <p:sp>
        <p:nvSpPr>
          <p:cNvPr id="26" name="Текст 37">
            <a:extLst>
              <a:ext uri="{FF2B5EF4-FFF2-40B4-BE49-F238E27FC236}">
                <a16:creationId xmlns:a16="http://schemas.microsoft.com/office/drawing/2014/main" id="{4017A71B-20DD-4959-90A1-56F53F7722A7}"/>
              </a:ext>
            </a:extLst>
          </p:cNvPr>
          <p:cNvSpPr>
            <a:spLocks noGrp="1"/>
          </p:cNvSpPr>
          <p:nvPr>
            <p:ph type="body" sz="quarter" idx="58" hasCustomPrompt="1"/>
          </p:nvPr>
        </p:nvSpPr>
        <p:spPr>
          <a:xfrm>
            <a:off x="7525281" y="3759198"/>
            <a:ext cx="1490531" cy="660388"/>
          </a:xfrm>
          <a:prstGeom prst="rect">
            <a:avLst/>
          </a:prstGeom>
        </p:spPr>
        <p:txBody>
          <a:bodyPr anchor="ctr">
            <a:noAutofit/>
          </a:bodyPr>
          <a:lstStyle>
            <a:lvl1pPr marL="0" indent="0">
              <a:spcBef>
                <a:spcPts val="0"/>
              </a:spcBef>
              <a:buNone/>
              <a:defRPr sz="1400" b="1">
                <a:solidFill>
                  <a:schemeClr val="bg1"/>
                </a:solidFill>
                <a:latin typeface="Arial" panose="020B0604020202020204" pitchFamily="34" charset="0"/>
                <a:cs typeface="Arial" panose="020B0604020202020204" pitchFamily="34" charset="0"/>
              </a:defRPr>
            </a:lvl1pPr>
          </a:lstStyle>
          <a:p>
            <a:pPr lvl="0"/>
            <a:r>
              <a:rPr lang="ru-RU" dirty="0"/>
              <a:t>Вывод</a:t>
            </a:r>
            <a:br>
              <a:rPr lang="ru-RU" dirty="0"/>
            </a:br>
            <a:r>
              <a:rPr lang="ru-RU" dirty="0"/>
              <a:t>в несколько</a:t>
            </a:r>
            <a:br>
              <a:rPr lang="ru-RU" dirty="0"/>
            </a:br>
            <a:r>
              <a:rPr lang="ru-RU" dirty="0"/>
              <a:t>строчек</a:t>
            </a:r>
          </a:p>
        </p:txBody>
      </p:sp>
    </p:spTree>
    <p:extLst>
      <p:ext uri="{BB962C8B-B14F-4D97-AF65-F5344CB8AC3E}">
        <p14:creationId xmlns:p14="http://schemas.microsoft.com/office/powerpoint/2010/main" val="1327120146"/>
      </p:ext>
    </p:extLst>
  </p:cSld>
  <p:clrMapOvr>
    <a:masterClrMapping/>
  </p:clrMapOvr>
  <p:transition spd="slow">
    <p:fade thruBlk="1"/>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Две скруглённые рамки.">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356085" y="1364442"/>
            <a:ext cx="3311782" cy="1034846"/>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ru-RU" dirty="0"/>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bg1"/>
                </a:solidFill>
              </a:defRPr>
            </a:lvl1pPr>
          </a:lstStyle>
          <a:p>
            <a:fld id="{03D1A0BF-D385-4A72-B24F-35C80431A2AC}" type="slidenum">
              <a:rPr lang="ru-RU" smtClean="0"/>
              <a:pPr/>
              <a:t>‹#›</a:t>
            </a:fld>
            <a:endParaRPr lang="ru-RU" dirty="0"/>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1112038" y="1597543"/>
            <a:ext cx="2473084" cy="568645"/>
          </a:xfrm>
          <a:prstGeom prst="rect">
            <a:avLst/>
          </a:prstGeom>
        </p:spPr>
        <p:txBody>
          <a:bodyPr anchor="ctr">
            <a:noAutofit/>
          </a:bodyPr>
          <a:lstStyle>
            <a:lvl1pPr marL="0" indent="0">
              <a:spcBef>
                <a:spcPts val="0"/>
              </a:spcBef>
              <a:buNone/>
              <a:defRPr sz="1800">
                <a:solidFill>
                  <a:schemeClr val="bg1"/>
                </a:solidFill>
                <a:latin typeface="Arial Black" panose="020B0A04020102020204" pitchFamily="34" charset="0"/>
              </a:defRPr>
            </a:lvl1pPr>
          </a:lstStyle>
          <a:p>
            <a:pPr lvl="0"/>
            <a:r>
              <a:rPr lang="ru-RU" dirty="0"/>
              <a:t>ПОДЗАГОЛОВОК ОДИН</a:t>
            </a:r>
          </a:p>
        </p:txBody>
      </p:sp>
      <p:sp>
        <p:nvSpPr>
          <p:cNvPr id="29" name="Прямоугольник с двумя скругленными соседними углами 22">
            <a:extLst>
              <a:ext uri="{FF2B5EF4-FFF2-40B4-BE49-F238E27FC236}">
                <a16:creationId xmlns:a16="http://schemas.microsoft.com/office/drawing/2014/main" id="{48EA7AD6-1DE1-4BDA-BC1B-50A02015BAF5}"/>
              </a:ext>
            </a:extLst>
          </p:cNvPr>
          <p:cNvSpPr/>
          <p:nvPr userDrawn="1"/>
        </p:nvSpPr>
        <p:spPr>
          <a:xfrm rot="5400000">
            <a:off x="3170490" y="-2584857"/>
            <a:ext cx="1603236" cy="8933444"/>
          </a:xfrm>
          <a:prstGeom prst="round2SameRect">
            <a:avLst>
              <a:gd name="adj1" fmla="val 50000"/>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30" name="Прямоугольник с двумя скругленными соседними углами 22">
            <a:extLst>
              <a:ext uri="{FF2B5EF4-FFF2-40B4-BE49-F238E27FC236}">
                <a16:creationId xmlns:a16="http://schemas.microsoft.com/office/drawing/2014/main" id="{14DF8120-C13C-448E-825A-3CCD584D6234}"/>
              </a:ext>
            </a:extLst>
          </p:cNvPr>
          <p:cNvSpPr/>
          <p:nvPr userDrawn="1"/>
        </p:nvSpPr>
        <p:spPr>
          <a:xfrm rot="5400000">
            <a:off x="3191534" y="-773832"/>
            <a:ext cx="1603236" cy="8933445"/>
          </a:xfrm>
          <a:prstGeom prst="round2SameRect">
            <a:avLst>
              <a:gd name="adj1" fmla="val 50000"/>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31" name="Текст 5">
            <a:extLst>
              <a:ext uri="{FF2B5EF4-FFF2-40B4-BE49-F238E27FC236}">
                <a16:creationId xmlns:a16="http://schemas.microsoft.com/office/drawing/2014/main" id="{F821F43F-87A3-4C65-88E8-5AF200A2295C}"/>
              </a:ext>
            </a:extLst>
          </p:cNvPr>
          <p:cNvSpPr>
            <a:spLocks noGrp="1"/>
          </p:cNvSpPr>
          <p:nvPr>
            <p:ph type="body" sz="quarter" idx="50" hasCustomPrompt="1"/>
          </p:nvPr>
        </p:nvSpPr>
        <p:spPr>
          <a:xfrm>
            <a:off x="4356085" y="3200779"/>
            <a:ext cx="3311782" cy="1034846"/>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ru-RU" dirty="0"/>
          </a:p>
        </p:txBody>
      </p:sp>
      <p:sp>
        <p:nvSpPr>
          <p:cNvPr id="32" name="Текст 37">
            <a:extLst>
              <a:ext uri="{FF2B5EF4-FFF2-40B4-BE49-F238E27FC236}">
                <a16:creationId xmlns:a16="http://schemas.microsoft.com/office/drawing/2014/main" id="{B3D098A4-B995-49FB-ACC7-E91AD3BED909}"/>
              </a:ext>
            </a:extLst>
          </p:cNvPr>
          <p:cNvSpPr>
            <a:spLocks noGrp="1"/>
          </p:cNvSpPr>
          <p:nvPr>
            <p:ph type="body" sz="quarter" idx="51" hasCustomPrompt="1"/>
          </p:nvPr>
        </p:nvSpPr>
        <p:spPr>
          <a:xfrm>
            <a:off x="1112038" y="3433880"/>
            <a:ext cx="2473084" cy="568645"/>
          </a:xfrm>
          <a:prstGeom prst="rect">
            <a:avLst/>
          </a:prstGeom>
        </p:spPr>
        <p:txBody>
          <a:bodyPr anchor="ctr">
            <a:noAutofit/>
          </a:bodyPr>
          <a:lstStyle>
            <a:lvl1pPr marL="0" indent="0">
              <a:spcBef>
                <a:spcPts val="0"/>
              </a:spcBef>
              <a:buNone/>
              <a:defRPr sz="1800">
                <a:solidFill>
                  <a:schemeClr val="bg1"/>
                </a:solidFill>
                <a:latin typeface="Arial Black" panose="020B0A04020102020204" pitchFamily="34" charset="0"/>
              </a:defRPr>
            </a:lvl1pPr>
          </a:lstStyle>
          <a:p>
            <a:pPr lvl="0"/>
            <a:r>
              <a:rPr lang="ru-RU" dirty="0"/>
              <a:t>ПОДЗАГОЛОВОК ДВА</a:t>
            </a:r>
          </a:p>
        </p:txBody>
      </p:sp>
    </p:spTree>
    <p:extLst>
      <p:ext uri="{BB962C8B-B14F-4D97-AF65-F5344CB8AC3E}">
        <p14:creationId xmlns:p14="http://schemas.microsoft.com/office/powerpoint/2010/main" val="1204495277"/>
      </p:ext>
    </p:extLst>
  </p:cSld>
  <p:clrMapOvr>
    <a:masterClrMapping/>
  </p:clrMapOvr>
  <p:transition spd="slow">
    <p:fade thruBlk="1"/>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Три скруглённые рамки и изображение.">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509332" y="886233"/>
            <a:ext cx="3481553" cy="361453"/>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bg1"/>
                </a:solidFill>
              </a:defRPr>
            </a:lvl1pPr>
          </a:lstStyle>
          <a:p>
            <a:fld id="{03D1A0BF-D385-4A72-B24F-35C80431A2AC}" type="slidenum">
              <a:rPr lang="ru-RU" smtClean="0"/>
              <a:pPr/>
              <a:t>‹#›</a:t>
            </a:fld>
            <a:endParaRPr lang="ru-RU" dirty="0"/>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509333" y="571394"/>
            <a:ext cx="2699386" cy="294719"/>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ОДИН</a:t>
            </a:r>
          </a:p>
        </p:txBody>
      </p:sp>
      <p:sp>
        <p:nvSpPr>
          <p:cNvPr id="31" name="Текст 5">
            <a:extLst>
              <a:ext uri="{FF2B5EF4-FFF2-40B4-BE49-F238E27FC236}">
                <a16:creationId xmlns:a16="http://schemas.microsoft.com/office/drawing/2014/main" id="{F821F43F-87A3-4C65-88E8-5AF200A2295C}"/>
              </a:ext>
            </a:extLst>
          </p:cNvPr>
          <p:cNvSpPr>
            <a:spLocks noGrp="1"/>
          </p:cNvSpPr>
          <p:nvPr>
            <p:ph type="body" sz="quarter" idx="50" hasCustomPrompt="1"/>
          </p:nvPr>
        </p:nvSpPr>
        <p:spPr>
          <a:xfrm>
            <a:off x="509333" y="1938591"/>
            <a:ext cx="3661013" cy="736243"/>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a:t>
            </a:r>
            <a:endParaRPr lang="ru-RU" dirty="0"/>
          </a:p>
          <a:p>
            <a:pPr lvl="0"/>
            <a:r>
              <a:rPr lang="en-US" dirty="0"/>
              <a:t>On the other hand, we denounce with righteous indignation and dislike men who are so beguiled and demoralized by the charms</a:t>
            </a:r>
            <a:endParaRPr lang="ru-RU" dirty="0"/>
          </a:p>
        </p:txBody>
      </p:sp>
      <p:sp>
        <p:nvSpPr>
          <p:cNvPr id="32" name="Текст 37">
            <a:extLst>
              <a:ext uri="{FF2B5EF4-FFF2-40B4-BE49-F238E27FC236}">
                <a16:creationId xmlns:a16="http://schemas.microsoft.com/office/drawing/2014/main" id="{B3D098A4-B995-49FB-ACC7-E91AD3BED909}"/>
              </a:ext>
            </a:extLst>
          </p:cNvPr>
          <p:cNvSpPr>
            <a:spLocks noGrp="1"/>
          </p:cNvSpPr>
          <p:nvPr>
            <p:ph type="body" sz="quarter" idx="51" hasCustomPrompt="1"/>
          </p:nvPr>
        </p:nvSpPr>
        <p:spPr>
          <a:xfrm>
            <a:off x="509333" y="1647809"/>
            <a:ext cx="2699386" cy="283541"/>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ДВА</a:t>
            </a:r>
          </a:p>
        </p:txBody>
      </p:sp>
      <p:sp>
        <p:nvSpPr>
          <p:cNvPr id="11" name="Прямоугольник с двумя скругленными соседними углами 22">
            <a:extLst>
              <a:ext uri="{FF2B5EF4-FFF2-40B4-BE49-F238E27FC236}">
                <a16:creationId xmlns:a16="http://schemas.microsoft.com/office/drawing/2014/main" id="{DF916A59-1433-4ABB-9B82-91FFF902C9D7}"/>
              </a:ext>
            </a:extLst>
          </p:cNvPr>
          <p:cNvSpPr/>
          <p:nvPr userDrawn="1"/>
        </p:nvSpPr>
        <p:spPr>
          <a:xfrm rot="5400000">
            <a:off x="1394590" y="1446626"/>
            <a:ext cx="1500183" cy="4874559"/>
          </a:xfrm>
          <a:prstGeom prst="round2SameRect">
            <a:avLst>
              <a:gd name="adj1" fmla="val 50000"/>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12" name="Прямоугольник с двумя скругленными соседними углами 22">
            <a:extLst>
              <a:ext uri="{FF2B5EF4-FFF2-40B4-BE49-F238E27FC236}">
                <a16:creationId xmlns:a16="http://schemas.microsoft.com/office/drawing/2014/main" id="{F72337A5-6595-45DD-A5CD-0DAA7FF07428}"/>
              </a:ext>
            </a:extLst>
          </p:cNvPr>
          <p:cNvSpPr/>
          <p:nvPr userDrawn="1"/>
        </p:nvSpPr>
        <p:spPr>
          <a:xfrm rot="5400000">
            <a:off x="1394589" y="-189602"/>
            <a:ext cx="1500185" cy="4874559"/>
          </a:xfrm>
          <a:prstGeom prst="round2SameRect">
            <a:avLst>
              <a:gd name="adj1" fmla="val 50000"/>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13" name="Прямоугольник с двумя скругленными соседними углами 22">
            <a:extLst>
              <a:ext uri="{FF2B5EF4-FFF2-40B4-BE49-F238E27FC236}">
                <a16:creationId xmlns:a16="http://schemas.microsoft.com/office/drawing/2014/main" id="{19228FD2-17D8-4381-A969-D1A55BF7670D}"/>
              </a:ext>
            </a:extLst>
          </p:cNvPr>
          <p:cNvSpPr/>
          <p:nvPr userDrawn="1"/>
        </p:nvSpPr>
        <p:spPr>
          <a:xfrm rot="5400000">
            <a:off x="1682086" y="-1530607"/>
            <a:ext cx="925192" cy="4874559"/>
          </a:xfrm>
          <a:prstGeom prst="round2SameRect">
            <a:avLst>
              <a:gd name="adj1" fmla="val 50000"/>
              <a:gd name="adj2" fmla="val 0"/>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14" name="Текст 5">
            <a:extLst>
              <a:ext uri="{FF2B5EF4-FFF2-40B4-BE49-F238E27FC236}">
                <a16:creationId xmlns:a16="http://schemas.microsoft.com/office/drawing/2014/main" id="{99A4968E-3030-4C19-9519-2C4C404F7EF3}"/>
              </a:ext>
            </a:extLst>
          </p:cNvPr>
          <p:cNvSpPr>
            <a:spLocks noGrp="1"/>
          </p:cNvSpPr>
          <p:nvPr>
            <p:ph type="body" sz="quarter" idx="52" hasCustomPrompt="1"/>
          </p:nvPr>
        </p:nvSpPr>
        <p:spPr>
          <a:xfrm>
            <a:off x="509333" y="3587788"/>
            <a:ext cx="3661013" cy="736243"/>
          </a:xfrm>
          <a:prstGeom prst="rect">
            <a:avLst/>
          </a:prstGeom>
        </p:spPr>
        <p:txBody>
          <a:bodyPr/>
          <a:lstStyle>
            <a:lvl1pPr marL="171450" indent="-171450">
              <a:buFont typeface="Arial" panose="020B0604020202020204" pitchFamily="34" charset="0"/>
              <a:buChar char="•"/>
              <a:defRPr sz="900">
                <a:solidFill>
                  <a:schemeClr val="bg1"/>
                </a:solidFill>
              </a:defRPr>
            </a:lvl1pPr>
          </a:lstStyle>
          <a:p>
            <a:pPr lvl="0"/>
            <a:r>
              <a:rPr lang="en-US" dirty="0"/>
              <a:t>On the other hand, we denounce with righteous indignation and dislike men who are so beguiled and demoralized by the charms </a:t>
            </a:r>
            <a:endParaRPr lang="ru-RU" dirty="0"/>
          </a:p>
          <a:p>
            <a:pPr lvl="0"/>
            <a:r>
              <a:rPr lang="en-US" dirty="0"/>
              <a:t>On the other hand, we denounce with righteous indignation and dislike men who are so beguiled and demoralized by the charms</a:t>
            </a:r>
            <a:endParaRPr lang="ru-RU" dirty="0"/>
          </a:p>
        </p:txBody>
      </p:sp>
      <p:sp>
        <p:nvSpPr>
          <p:cNvPr id="15" name="Текст 37">
            <a:extLst>
              <a:ext uri="{FF2B5EF4-FFF2-40B4-BE49-F238E27FC236}">
                <a16:creationId xmlns:a16="http://schemas.microsoft.com/office/drawing/2014/main" id="{9D7A1666-319A-492C-AEDD-33067969C5D7}"/>
              </a:ext>
            </a:extLst>
          </p:cNvPr>
          <p:cNvSpPr>
            <a:spLocks noGrp="1"/>
          </p:cNvSpPr>
          <p:nvPr>
            <p:ph type="body" sz="quarter" idx="53" hasCustomPrompt="1"/>
          </p:nvPr>
        </p:nvSpPr>
        <p:spPr>
          <a:xfrm>
            <a:off x="509333" y="3297006"/>
            <a:ext cx="2699386" cy="283541"/>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 ТРИ</a:t>
            </a:r>
          </a:p>
        </p:txBody>
      </p:sp>
      <p:sp>
        <p:nvSpPr>
          <p:cNvPr id="5" name="Рисунок 4">
            <a:extLst>
              <a:ext uri="{FF2B5EF4-FFF2-40B4-BE49-F238E27FC236}">
                <a16:creationId xmlns:a16="http://schemas.microsoft.com/office/drawing/2014/main" id="{4726ED40-928B-4E26-86E2-7BC9636E7620}"/>
              </a:ext>
            </a:extLst>
          </p:cNvPr>
          <p:cNvSpPr>
            <a:spLocks noGrp="1"/>
          </p:cNvSpPr>
          <p:nvPr>
            <p:ph type="pic" sz="quarter" idx="54"/>
          </p:nvPr>
        </p:nvSpPr>
        <p:spPr>
          <a:xfrm>
            <a:off x="4965701" y="444076"/>
            <a:ext cx="3853560" cy="4189837"/>
          </a:xfrm>
          <a:prstGeom prst="rect">
            <a:avLst/>
          </a:prstGeom>
        </p:spPr>
        <p:txBody>
          <a:bodyPr/>
          <a:lstStyle>
            <a:lvl1pPr marL="0" indent="0">
              <a:buNone/>
              <a:defRPr sz="1000">
                <a:solidFill>
                  <a:schemeClr val="bg1"/>
                </a:solidFill>
              </a:defRPr>
            </a:lvl1pPr>
          </a:lstStyle>
          <a:p>
            <a:endParaRPr lang="ru-RU" dirty="0"/>
          </a:p>
        </p:txBody>
      </p:sp>
    </p:spTree>
    <p:extLst>
      <p:ext uri="{BB962C8B-B14F-4D97-AF65-F5344CB8AC3E}">
        <p14:creationId xmlns:p14="http://schemas.microsoft.com/office/powerpoint/2010/main" val="711016669"/>
      </p:ext>
    </p:extLst>
  </p:cSld>
  <p:clrMapOvr>
    <a:masterClrMapping/>
  </p:clrMapOvr>
  <p:transition spd="slow">
    <p:fade thruBlk="1"/>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Рамка и изображение.">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11" name="Скругленный прямоугольник 29">
            <a:extLst>
              <a:ext uri="{FF2B5EF4-FFF2-40B4-BE49-F238E27FC236}">
                <a16:creationId xmlns:a16="http://schemas.microsoft.com/office/drawing/2014/main" id="{1E1DDFB5-99D1-4E04-8226-90CBB59B8373}"/>
              </a:ext>
            </a:extLst>
          </p:cNvPr>
          <p:cNvSpPr/>
          <p:nvPr userDrawn="1"/>
        </p:nvSpPr>
        <p:spPr>
          <a:xfrm rot="16200000">
            <a:off x="384519" y="1273162"/>
            <a:ext cx="3483599" cy="3281502"/>
          </a:xfrm>
          <a:prstGeom prst="roundRect">
            <a:avLst>
              <a:gd name="adj" fmla="val 13981"/>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738478" y="1452629"/>
            <a:ext cx="2629347"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ДЛИННЫЙ ЗАГОЛОВОК</a:t>
            </a:r>
            <a:br>
              <a:rPr lang="ru-RU" dirty="0"/>
            </a:br>
            <a:r>
              <a:rPr lang="ru-RU" dirty="0"/>
              <a:t>В ДВЕ СТРОЧКИ</a:t>
            </a:r>
          </a:p>
        </p:txBody>
      </p:sp>
      <p:sp>
        <p:nvSpPr>
          <p:cNvPr id="19" name="Текст 5">
            <a:extLst>
              <a:ext uri="{FF2B5EF4-FFF2-40B4-BE49-F238E27FC236}">
                <a16:creationId xmlns:a16="http://schemas.microsoft.com/office/drawing/2014/main" id="{1204E147-7AC5-4968-A3BF-56E83E9202BC}"/>
              </a:ext>
            </a:extLst>
          </p:cNvPr>
          <p:cNvSpPr>
            <a:spLocks noGrp="1"/>
          </p:cNvSpPr>
          <p:nvPr>
            <p:ph type="body" sz="quarter" idx="24" hasCustomPrompt="1"/>
          </p:nvPr>
        </p:nvSpPr>
        <p:spPr>
          <a:xfrm>
            <a:off x="738478" y="2002335"/>
            <a:ext cx="2629347" cy="811495"/>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lvl1pPr>
              <a:defRPr>
                <a:solidFill>
                  <a:schemeClr val="bg1"/>
                </a:solidFill>
              </a:defRPr>
            </a:lvl1pPr>
          </a:lstStyle>
          <a:p>
            <a:fld id="{03D1A0BF-D385-4A72-B24F-35C80431A2AC}" type="slidenum">
              <a:rPr lang="ru-RU" smtClean="0"/>
              <a:pPr/>
              <a:t>‹#›</a:t>
            </a:fld>
            <a:endParaRPr lang="ru-RU"/>
          </a:p>
        </p:txBody>
      </p:sp>
      <p:sp>
        <p:nvSpPr>
          <p:cNvPr id="14" name="Текст 37">
            <a:extLst>
              <a:ext uri="{FF2B5EF4-FFF2-40B4-BE49-F238E27FC236}">
                <a16:creationId xmlns:a16="http://schemas.microsoft.com/office/drawing/2014/main" id="{A36FB466-C77E-4273-BCD7-E04F4B92032D}"/>
              </a:ext>
            </a:extLst>
          </p:cNvPr>
          <p:cNvSpPr>
            <a:spLocks noGrp="1"/>
          </p:cNvSpPr>
          <p:nvPr>
            <p:ph type="body" sz="quarter" idx="32" hasCustomPrompt="1"/>
          </p:nvPr>
        </p:nvSpPr>
        <p:spPr>
          <a:xfrm>
            <a:off x="738477" y="3041023"/>
            <a:ext cx="2629347" cy="506797"/>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ДЛИННЫЙ ЗАГОЛОВОК</a:t>
            </a:r>
            <a:br>
              <a:rPr lang="ru-RU" dirty="0"/>
            </a:br>
            <a:r>
              <a:rPr lang="ru-RU" dirty="0"/>
              <a:t>В ДВЕ СТРОЧКИ</a:t>
            </a:r>
          </a:p>
        </p:txBody>
      </p:sp>
      <p:sp>
        <p:nvSpPr>
          <p:cNvPr id="15" name="Текст 5">
            <a:extLst>
              <a:ext uri="{FF2B5EF4-FFF2-40B4-BE49-F238E27FC236}">
                <a16:creationId xmlns:a16="http://schemas.microsoft.com/office/drawing/2014/main" id="{47356512-FE10-4CC7-82BA-61637734E062}"/>
              </a:ext>
            </a:extLst>
          </p:cNvPr>
          <p:cNvSpPr>
            <a:spLocks noGrp="1"/>
          </p:cNvSpPr>
          <p:nvPr>
            <p:ph type="body" sz="quarter" idx="33" hasCustomPrompt="1"/>
          </p:nvPr>
        </p:nvSpPr>
        <p:spPr>
          <a:xfrm>
            <a:off x="738476" y="3586544"/>
            <a:ext cx="2629347" cy="811495"/>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6" name="Рисунок 5">
            <a:extLst>
              <a:ext uri="{FF2B5EF4-FFF2-40B4-BE49-F238E27FC236}">
                <a16:creationId xmlns:a16="http://schemas.microsoft.com/office/drawing/2014/main" id="{CCC1B5AE-0424-4F8A-B1F6-69AFD034B9FF}"/>
              </a:ext>
            </a:extLst>
          </p:cNvPr>
          <p:cNvSpPr>
            <a:spLocks noGrp="1"/>
          </p:cNvSpPr>
          <p:nvPr>
            <p:ph type="pic" sz="quarter" idx="34"/>
          </p:nvPr>
        </p:nvSpPr>
        <p:spPr>
          <a:xfrm>
            <a:off x="4192588" y="1171575"/>
            <a:ext cx="4654550" cy="3406775"/>
          </a:xfrm>
          <a:prstGeom prst="rect">
            <a:avLst/>
          </a:prstGeom>
        </p:spPr>
        <p:txBody>
          <a:bodyPr/>
          <a:lstStyle>
            <a:lvl1pPr marL="0" indent="0" algn="ctr">
              <a:buNone/>
              <a:defRPr sz="1100" b="1">
                <a:solidFill>
                  <a:schemeClr val="bg1"/>
                </a:solidFill>
              </a:defRPr>
            </a:lvl1pPr>
          </a:lstStyle>
          <a:p>
            <a:endParaRPr lang="ru-RU" dirty="0"/>
          </a:p>
        </p:txBody>
      </p:sp>
    </p:spTree>
    <p:extLst>
      <p:ext uri="{BB962C8B-B14F-4D97-AF65-F5344CB8AC3E}">
        <p14:creationId xmlns:p14="http://schemas.microsoft.com/office/powerpoint/2010/main" val="2998705249"/>
      </p:ext>
    </p:extLst>
  </p:cSld>
  <p:clrMapOvr>
    <a:masterClrMapping/>
  </p:clrMapOvr>
  <p:transition spd="slow">
    <p:fade thruBlk="1"/>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Рамка с текстом.">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11" name="Скругленный прямоугольник 29">
            <a:extLst>
              <a:ext uri="{FF2B5EF4-FFF2-40B4-BE49-F238E27FC236}">
                <a16:creationId xmlns:a16="http://schemas.microsoft.com/office/drawing/2014/main" id="{1E1DDFB5-99D1-4E04-8226-90CBB59B8373}"/>
              </a:ext>
            </a:extLst>
          </p:cNvPr>
          <p:cNvSpPr/>
          <p:nvPr userDrawn="1"/>
        </p:nvSpPr>
        <p:spPr>
          <a:xfrm rot="16200000">
            <a:off x="2790265" y="-1348069"/>
            <a:ext cx="3563470" cy="8384243"/>
          </a:xfrm>
          <a:prstGeom prst="roundRect">
            <a:avLst>
              <a:gd name="adj" fmla="val 8955"/>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690854" y="1452629"/>
            <a:ext cx="1285304" cy="506797"/>
          </a:xfrm>
          <a:prstGeom prst="rect">
            <a:avLst/>
          </a:prstGeom>
        </p:spPr>
        <p:txBody>
          <a:bodyPr anchor="t">
            <a:noAutofit/>
          </a:bodyPr>
          <a:lstStyle>
            <a:lvl1pPr marL="0" indent="0">
              <a:spcBef>
                <a:spcPts val="0"/>
              </a:spcBef>
              <a:buNone/>
              <a:defRPr sz="3600">
                <a:solidFill>
                  <a:schemeClr val="accent3"/>
                </a:solidFill>
                <a:latin typeface="Arial Black" panose="020B0A04020102020204" pitchFamily="34" charset="0"/>
              </a:defRPr>
            </a:lvl1pPr>
          </a:lstStyle>
          <a:p>
            <a:pPr lvl="0"/>
            <a:r>
              <a:rPr lang="ru-RU" dirty="0"/>
              <a:t>10%</a:t>
            </a:r>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lvl1pPr>
              <a:defRPr>
                <a:solidFill>
                  <a:schemeClr val="bg1"/>
                </a:solidFill>
              </a:defRPr>
            </a:lvl1pPr>
          </a:lstStyle>
          <a:p>
            <a:fld id="{03D1A0BF-D385-4A72-B24F-35C80431A2AC}" type="slidenum">
              <a:rPr lang="ru-RU" smtClean="0"/>
              <a:pPr/>
              <a:t>‹#›</a:t>
            </a:fld>
            <a:endParaRPr lang="ru-RU"/>
          </a:p>
        </p:txBody>
      </p:sp>
      <p:sp>
        <p:nvSpPr>
          <p:cNvPr id="14" name="Текст 37">
            <a:extLst>
              <a:ext uri="{FF2B5EF4-FFF2-40B4-BE49-F238E27FC236}">
                <a16:creationId xmlns:a16="http://schemas.microsoft.com/office/drawing/2014/main" id="{6B16FA27-E562-474F-82CD-1EF83EBFB32D}"/>
              </a:ext>
            </a:extLst>
          </p:cNvPr>
          <p:cNvSpPr>
            <a:spLocks noGrp="1"/>
          </p:cNvSpPr>
          <p:nvPr>
            <p:ph type="body" sz="quarter" idx="32" hasCustomPrompt="1"/>
          </p:nvPr>
        </p:nvSpPr>
        <p:spPr>
          <a:xfrm>
            <a:off x="2043294" y="1459353"/>
            <a:ext cx="2325287" cy="506797"/>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15" name="Текст 37">
            <a:extLst>
              <a:ext uri="{FF2B5EF4-FFF2-40B4-BE49-F238E27FC236}">
                <a16:creationId xmlns:a16="http://schemas.microsoft.com/office/drawing/2014/main" id="{DDDDF5C5-30AC-4D96-92C5-54E58EAE4D13}"/>
              </a:ext>
            </a:extLst>
          </p:cNvPr>
          <p:cNvSpPr>
            <a:spLocks noGrp="1"/>
          </p:cNvSpPr>
          <p:nvPr>
            <p:ph type="body" sz="quarter" idx="33" hasCustomPrompt="1"/>
          </p:nvPr>
        </p:nvSpPr>
        <p:spPr>
          <a:xfrm>
            <a:off x="4802755" y="1445905"/>
            <a:ext cx="1285304" cy="506797"/>
          </a:xfrm>
          <a:prstGeom prst="rect">
            <a:avLst/>
          </a:prstGeom>
        </p:spPr>
        <p:txBody>
          <a:bodyPr anchor="t">
            <a:noAutofit/>
          </a:bodyPr>
          <a:lstStyle>
            <a:lvl1pPr marL="0" indent="0">
              <a:spcBef>
                <a:spcPts val="0"/>
              </a:spcBef>
              <a:buNone/>
              <a:defRPr sz="3600">
                <a:solidFill>
                  <a:schemeClr val="accent3"/>
                </a:solidFill>
                <a:latin typeface="Arial Black" panose="020B0A04020102020204" pitchFamily="34" charset="0"/>
              </a:defRPr>
            </a:lvl1pPr>
          </a:lstStyle>
          <a:p>
            <a:pPr lvl="0"/>
            <a:r>
              <a:rPr lang="ru-RU" dirty="0"/>
              <a:t>10%</a:t>
            </a:r>
          </a:p>
        </p:txBody>
      </p:sp>
      <p:sp>
        <p:nvSpPr>
          <p:cNvPr id="22" name="Текст 37">
            <a:extLst>
              <a:ext uri="{FF2B5EF4-FFF2-40B4-BE49-F238E27FC236}">
                <a16:creationId xmlns:a16="http://schemas.microsoft.com/office/drawing/2014/main" id="{99E724CA-6911-415B-AEB7-23F77119024B}"/>
              </a:ext>
            </a:extLst>
          </p:cNvPr>
          <p:cNvSpPr>
            <a:spLocks noGrp="1"/>
          </p:cNvSpPr>
          <p:nvPr>
            <p:ph type="body" sz="quarter" idx="35" hasCustomPrompt="1"/>
          </p:nvPr>
        </p:nvSpPr>
        <p:spPr>
          <a:xfrm>
            <a:off x="6155195" y="1452629"/>
            <a:ext cx="2325287" cy="506797"/>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24" name="Текст 5">
            <a:extLst>
              <a:ext uri="{FF2B5EF4-FFF2-40B4-BE49-F238E27FC236}">
                <a16:creationId xmlns:a16="http://schemas.microsoft.com/office/drawing/2014/main" id="{F840BC7C-0F13-4EFD-ADFD-172DC7C0C7DF}"/>
              </a:ext>
            </a:extLst>
          </p:cNvPr>
          <p:cNvSpPr>
            <a:spLocks noGrp="1"/>
          </p:cNvSpPr>
          <p:nvPr>
            <p:ph type="body" sz="quarter" idx="24" hasCustomPrompt="1"/>
          </p:nvPr>
        </p:nvSpPr>
        <p:spPr>
          <a:xfrm>
            <a:off x="690854" y="2057400"/>
            <a:ext cx="3528722"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25" name="Текст 5">
            <a:extLst>
              <a:ext uri="{FF2B5EF4-FFF2-40B4-BE49-F238E27FC236}">
                <a16:creationId xmlns:a16="http://schemas.microsoft.com/office/drawing/2014/main" id="{44BCC359-7CD4-4667-8921-F9B56B2066A3}"/>
              </a:ext>
            </a:extLst>
          </p:cNvPr>
          <p:cNvSpPr>
            <a:spLocks noGrp="1"/>
          </p:cNvSpPr>
          <p:nvPr>
            <p:ph type="body" sz="quarter" idx="36" hasCustomPrompt="1"/>
          </p:nvPr>
        </p:nvSpPr>
        <p:spPr>
          <a:xfrm>
            <a:off x="4818374" y="2057400"/>
            <a:ext cx="3528722"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26" name="Текст 37">
            <a:extLst>
              <a:ext uri="{FF2B5EF4-FFF2-40B4-BE49-F238E27FC236}">
                <a16:creationId xmlns:a16="http://schemas.microsoft.com/office/drawing/2014/main" id="{69429E81-5A40-45DD-8413-A1E012AFF59C}"/>
              </a:ext>
            </a:extLst>
          </p:cNvPr>
          <p:cNvSpPr>
            <a:spLocks noGrp="1"/>
          </p:cNvSpPr>
          <p:nvPr>
            <p:ph type="body" sz="quarter" idx="37" hasCustomPrompt="1"/>
          </p:nvPr>
        </p:nvSpPr>
        <p:spPr>
          <a:xfrm>
            <a:off x="706473" y="2967957"/>
            <a:ext cx="1285304" cy="506797"/>
          </a:xfrm>
          <a:prstGeom prst="rect">
            <a:avLst/>
          </a:prstGeom>
        </p:spPr>
        <p:txBody>
          <a:bodyPr anchor="t">
            <a:noAutofit/>
          </a:bodyPr>
          <a:lstStyle>
            <a:lvl1pPr marL="0" indent="0">
              <a:spcBef>
                <a:spcPts val="0"/>
              </a:spcBef>
              <a:buNone/>
              <a:defRPr sz="3600">
                <a:solidFill>
                  <a:schemeClr val="accent3"/>
                </a:solidFill>
                <a:latin typeface="Arial Black" panose="020B0A04020102020204" pitchFamily="34" charset="0"/>
              </a:defRPr>
            </a:lvl1pPr>
          </a:lstStyle>
          <a:p>
            <a:pPr lvl="0"/>
            <a:r>
              <a:rPr lang="ru-RU" dirty="0"/>
              <a:t>10%</a:t>
            </a:r>
          </a:p>
        </p:txBody>
      </p:sp>
      <p:sp>
        <p:nvSpPr>
          <p:cNvPr id="27" name="Текст 37">
            <a:extLst>
              <a:ext uri="{FF2B5EF4-FFF2-40B4-BE49-F238E27FC236}">
                <a16:creationId xmlns:a16="http://schemas.microsoft.com/office/drawing/2014/main" id="{E39D67F1-7AE6-479F-A194-0D1682C5EFB6}"/>
              </a:ext>
            </a:extLst>
          </p:cNvPr>
          <p:cNvSpPr>
            <a:spLocks noGrp="1"/>
          </p:cNvSpPr>
          <p:nvPr>
            <p:ph type="body" sz="quarter" idx="38" hasCustomPrompt="1"/>
          </p:nvPr>
        </p:nvSpPr>
        <p:spPr>
          <a:xfrm>
            <a:off x="2058913" y="2974681"/>
            <a:ext cx="2325287" cy="506797"/>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28" name="Текст 37">
            <a:extLst>
              <a:ext uri="{FF2B5EF4-FFF2-40B4-BE49-F238E27FC236}">
                <a16:creationId xmlns:a16="http://schemas.microsoft.com/office/drawing/2014/main" id="{F8AE5F54-A110-4413-9E21-F12D84553B8A}"/>
              </a:ext>
            </a:extLst>
          </p:cNvPr>
          <p:cNvSpPr>
            <a:spLocks noGrp="1"/>
          </p:cNvSpPr>
          <p:nvPr>
            <p:ph type="body" sz="quarter" idx="39" hasCustomPrompt="1"/>
          </p:nvPr>
        </p:nvSpPr>
        <p:spPr>
          <a:xfrm>
            <a:off x="4818374" y="2961233"/>
            <a:ext cx="1285304" cy="506797"/>
          </a:xfrm>
          <a:prstGeom prst="rect">
            <a:avLst/>
          </a:prstGeom>
        </p:spPr>
        <p:txBody>
          <a:bodyPr anchor="t">
            <a:noAutofit/>
          </a:bodyPr>
          <a:lstStyle>
            <a:lvl1pPr marL="0" indent="0">
              <a:spcBef>
                <a:spcPts val="0"/>
              </a:spcBef>
              <a:buNone/>
              <a:defRPr sz="3600">
                <a:solidFill>
                  <a:schemeClr val="accent3"/>
                </a:solidFill>
                <a:latin typeface="Arial Black" panose="020B0A04020102020204" pitchFamily="34" charset="0"/>
              </a:defRPr>
            </a:lvl1pPr>
          </a:lstStyle>
          <a:p>
            <a:pPr lvl="0"/>
            <a:r>
              <a:rPr lang="ru-RU" dirty="0"/>
              <a:t>10%</a:t>
            </a:r>
          </a:p>
        </p:txBody>
      </p:sp>
      <p:sp>
        <p:nvSpPr>
          <p:cNvPr id="29" name="Текст 37">
            <a:extLst>
              <a:ext uri="{FF2B5EF4-FFF2-40B4-BE49-F238E27FC236}">
                <a16:creationId xmlns:a16="http://schemas.microsoft.com/office/drawing/2014/main" id="{6889906B-5F32-4AF7-9651-2FA036799352}"/>
              </a:ext>
            </a:extLst>
          </p:cNvPr>
          <p:cNvSpPr>
            <a:spLocks noGrp="1"/>
          </p:cNvSpPr>
          <p:nvPr>
            <p:ph type="body" sz="quarter" idx="40" hasCustomPrompt="1"/>
          </p:nvPr>
        </p:nvSpPr>
        <p:spPr>
          <a:xfrm>
            <a:off x="6170814" y="2967957"/>
            <a:ext cx="2325287" cy="506797"/>
          </a:xfrm>
          <a:prstGeom prst="rect">
            <a:avLst/>
          </a:prstGeom>
        </p:spPr>
        <p:txBody>
          <a:bodyPr anchor="ctr">
            <a:no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30" name="Текст 5">
            <a:extLst>
              <a:ext uri="{FF2B5EF4-FFF2-40B4-BE49-F238E27FC236}">
                <a16:creationId xmlns:a16="http://schemas.microsoft.com/office/drawing/2014/main" id="{C4563E8E-CAD0-4033-80F2-1A1DAF00730A}"/>
              </a:ext>
            </a:extLst>
          </p:cNvPr>
          <p:cNvSpPr>
            <a:spLocks noGrp="1"/>
          </p:cNvSpPr>
          <p:nvPr>
            <p:ph type="body" sz="quarter" idx="41" hasCustomPrompt="1"/>
          </p:nvPr>
        </p:nvSpPr>
        <p:spPr>
          <a:xfrm>
            <a:off x="706473" y="3572728"/>
            <a:ext cx="3528722"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31" name="Текст 5">
            <a:extLst>
              <a:ext uri="{FF2B5EF4-FFF2-40B4-BE49-F238E27FC236}">
                <a16:creationId xmlns:a16="http://schemas.microsoft.com/office/drawing/2014/main" id="{DCAD2BDB-94F6-414F-A9F0-50F1D73413F6}"/>
              </a:ext>
            </a:extLst>
          </p:cNvPr>
          <p:cNvSpPr>
            <a:spLocks noGrp="1"/>
          </p:cNvSpPr>
          <p:nvPr>
            <p:ph type="body" sz="quarter" idx="42" hasCustomPrompt="1"/>
          </p:nvPr>
        </p:nvSpPr>
        <p:spPr>
          <a:xfrm>
            <a:off x="4833993" y="3572728"/>
            <a:ext cx="3528722" cy="568645"/>
          </a:xfrm>
          <a:prstGeom prst="rect">
            <a:avLst/>
          </a:prstGeom>
        </p:spPr>
        <p:txBody>
          <a:bodyPr/>
          <a:lstStyle>
            <a:lvl1pPr marL="0" indent="0">
              <a:buNone/>
              <a:defRPr sz="900">
                <a:solidFill>
                  <a:schemeClr val="bg1"/>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Tree>
    <p:extLst>
      <p:ext uri="{BB962C8B-B14F-4D97-AF65-F5344CB8AC3E}">
        <p14:creationId xmlns:p14="http://schemas.microsoft.com/office/powerpoint/2010/main" val="2468485390"/>
      </p:ext>
    </p:extLst>
  </p:cSld>
  <p:clrMapOvr>
    <a:masterClrMapping/>
  </p:clrMapOvr>
  <p:transition spd="slow">
    <p:fade thruBlk="1"/>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Диаграмма.1">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9" name="Диаграмма 8">
            <a:extLst>
              <a:ext uri="{FF2B5EF4-FFF2-40B4-BE49-F238E27FC236}">
                <a16:creationId xmlns:a16="http://schemas.microsoft.com/office/drawing/2014/main" id="{24E67247-DBB9-46DF-A3D9-FEC4EE15383C}"/>
              </a:ext>
            </a:extLst>
          </p:cNvPr>
          <p:cNvSpPr>
            <a:spLocks noGrp="1"/>
          </p:cNvSpPr>
          <p:nvPr>
            <p:ph type="chart" sz="quarter" idx="10"/>
          </p:nvPr>
        </p:nvSpPr>
        <p:spPr>
          <a:xfrm>
            <a:off x="555236" y="1398721"/>
            <a:ext cx="3386674" cy="3104122"/>
          </a:xfrm>
          <a:prstGeom prst="rect">
            <a:avLst/>
          </a:prstGeom>
        </p:spPr>
        <p:txBody>
          <a:bodyPr/>
          <a:lstStyle>
            <a:lvl1pPr marL="0" indent="0">
              <a:buNone/>
              <a:defRPr sz="1200">
                <a:solidFill>
                  <a:schemeClr val="bg1"/>
                </a:solidFill>
              </a:defRPr>
            </a:lvl1pPr>
          </a:lstStyle>
          <a:p>
            <a:endParaRPr lang="ru-RU" dirty="0"/>
          </a:p>
        </p:txBody>
      </p:sp>
      <p:sp>
        <p:nvSpPr>
          <p:cNvPr id="22" name="Текст 37">
            <a:extLst>
              <a:ext uri="{FF2B5EF4-FFF2-40B4-BE49-F238E27FC236}">
                <a16:creationId xmlns:a16="http://schemas.microsoft.com/office/drawing/2014/main" id="{1196ED0A-439F-483A-A87D-D0F4E82C356B}"/>
              </a:ext>
            </a:extLst>
          </p:cNvPr>
          <p:cNvSpPr>
            <a:spLocks noGrp="1"/>
          </p:cNvSpPr>
          <p:nvPr>
            <p:ph type="body" sz="quarter" idx="13" hasCustomPrompt="1"/>
          </p:nvPr>
        </p:nvSpPr>
        <p:spPr>
          <a:xfrm>
            <a:off x="5336849" y="1406632"/>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23" name="Текст 5">
            <a:extLst>
              <a:ext uri="{FF2B5EF4-FFF2-40B4-BE49-F238E27FC236}">
                <a16:creationId xmlns:a16="http://schemas.microsoft.com/office/drawing/2014/main" id="{EF25DD81-6C18-4394-A527-C6C59BF16F16}"/>
              </a:ext>
            </a:extLst>
          </p:cNvPr>
          <p:cNvSpPr>
            <a:spLocks noGrp="1"/>
          </p:cNvSpPr>
          <p:nvPr>
            <p:ph type="body" sz="quarter" idx="26" hasCustomPrompt="1"/>
          </p:nvPr>
        </p:nvSpPr>
        <p:spPr>
          <a:xfrm>
            <a:off x="5336849" y="1749746"/>
            <a:ext cx="2585390" cy="568645"/>
          </a:xfrm>
          <a:prstGeom prst="rect">
            <a:avLst/>
          </a:prstGeom>
        </p:spPr>
        <p:txBody>
          <a:bodyPr/>
          <a:lstStyle>
            <a:lvl1pPr marL="0" indent="0">
              <a:buFont typeface="Arial" panose="020B0604020202020204" pitchFamily="34" charset="0"/>
              <a:buNone/>
              <a:defRPr sz="1050">
                <a:solidFill>
                  <a:schemeClr val="bg1"/>
                </a:solidFill>
              </a:defRPr>
            </a:lvl1pPr>
          </a:lstStyle>
          <a:p>
            <a:pPr lvl="0"/>
            <a:r>
              <a:rPr lang="en-US" dirty="0"/>
              <a:t>On the other hand, we denounce with righteous indignation and dislike men</a:t>
            </a:r>
            <a:endParaRPr lang="ru-RU" dirty="0"/>
          </a:p>
        </p:txBody>
      </p:sp>
      <p:sp>
        <p:nvSpPr>
          <p:cNvPr id="24" name="Текст 37">
            <a:extLst>
              <a:ext uri="{FF2B5EF4-FFF2-40B4-BE49-F238E27FC236}">
                <a16:creationId xmlns:a16="http://schemas.microsoft.com/office/drawing/2014/main" id="{65F0EDBD-9130-489E-ABC5-534562B8CA17}"/>
              </a:ext>
            </a:extLst>
          </p:cNvPr>
          <p:cNvSpPr>
            <a:spLocks noGrp="1"/>
          </p:cNvSpPr>
          <p:nvPr>
            <p:ph type="body" sz="quarter" idx="27" hasCustomPrompt="1"/>
          </p:nvPr>
        </p:nvSpPr>
        <p:spPr>
          <a:xfrm>
            <a:off x="5336849" y="2515854"/>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ДВА</a:t>
            </a:r>
          </a:p>
        </p:txBody>
      </p:sp>
      <p:sp>
        <p:nvSpPr>
          <p:cNvPr id="35" name="Текст 5">
            <a:extLst>
              <a:ext uri="{FF2B5EF4-FFF2-40B4-BE49-F238E27FC236}">
                <a16:creationId xmlns:a16="http://schemas.microsoft.com/office/drawing/2014/main" id="{022A5DA8-7C4E-4B05-BA20-BACF7F981C36}"/>
              </a:ext>
            </a:extLst>
          </p:cNvPr>
          <p:cNvSpPr>
            <a:spLocks noGrp="1"/>
          </p:cNvSpPr>
          <p:nvPr>
            <p:ph type="body" sz="quarter" idx="28" hasCustomPrompt="1"/>
          </p:nvPr>
        </p:nvSpPr>
        <p:spPr>
          <a:xfrm>
            <a:off x="5336849" y="2858968"/>
            <a:ext cx="2585390" cy="568645"/>
          </a:xfrm>
          <a:prstGeom prst="rect">
            <a:avLst/>
          </a:prstGeom>
        </p:spPr>
        <p:txBody>
          <a:bodyPr/>
          <a:lstStyle>
            <a:lvl1pPr marL="0" indent="0">
              <a:buFont typeface="Arial" panose="020B0604020202020204" pitchFamily="34" charset="0"/>
              <a:buNone/>
              <a:defRPr sz="1050">
                <a:solidFill>
                  <a:schemeClr val="bg1"/>
                </a:solidFill>
              </a:defRPr>
            </a:lvl1pPr>
          </a:lstStyle>
          <a:p>
            <a:pPr lvl="0"/>
            <a:r>
              <a:rPr lang="en-US" dirty="0"/>
              <a:t>On the other hand, we denounce with righteous indignation and dislike men</a:t>
            </a:r>
            <a:endParaRPr lang="ru-RU" dirty="0"/>
          </a:p>
        </p:txBody>
      </p:sp>
      <p:sp>
        <p:nvSpPr>
          <p:cNvPr id="11" name="Овал 10">
            <a:extLst>
              <a:ext uri="{FF2B5EF4-FFF2-40B4-BE49-F238E27FC236}">
                <a16:creationId xmlns:a16="http://schemas.microsoft.com/office/drawing/2014/main" id="{C68D56A9-59EF-4778-B72E-BC5449BC2758}"/>
              </a:ext>
            </a:extLst>
          </p:cNvPr>
          <p:cNvSpPr/>
          <p:nvPr userDrawn="1"/>
        </p:nvSpPr>
        <p:spPr>
          <a:xfrm>
            <a:off x="4687260" y="1391037"/>
            <a:ext cx="568645" cy="568645"/>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Овал 35">
            <a:extLst>
              <a:ext uri="{FF2B5EF4-FFF2-40B4-BE49-F238E27FC236}">
                <a16:creationId xmlns:a16="http://schemas.microsoft.com/office/drawing/2014/main" id="{569FFC20-4807-4713-BB8C-3FD87465A01D}"/>
              </a:ext>
            </a:extLst>
          </p:cNvPr>
          <p:cNvSpPr/>
          <p:nvPr userDrawn="1"/>
        </p:nvSpPr>
        <p:spPr>
          <a:xfrm>
            <a:off x="4687259" y="2500486"/>
            <a:ext cx="568645" cy="568645"/>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Текст 5">
            <a:extLst>
              <a:ext uri="{FF2B5EF4-FFF2-40B4-BE49-F238E27FC236}">
                <a16:creationId xmlns:a16="http://schemas.microsoft.com/office/drawing/2014/main" id="{CB01C745-B09D-4300-809F-BC059CAE5A13}"/>
              </a:ext>
            </a:extLst>
          </p:cNvPr>
          <p:cNvSpPr>
            <a:spLocks noGrp="1"/>
          </p:cNvSpPr>
          <p:nvPr>
            <p:ph type="body" sz="quarter" idx="25" hasCustomPrompt="1"/>
          </p:nvPr>
        </p:nvSpPr>
        <p:spPr>
          <a:xfrm>
            <a:off x="4727253" y="3921190"/>
            <a:ext cx="3753935" cy="896681"/>
          </a:xfrm>
          <a:prstGeom prst="rect">
            <a:avLst/>
          </a:prstGeom>
        </p:spPr>
        <p:txBody>
          <a:bodyPr/>
          <a:lstStyle>
            <a:lvl1pPr marL="0" indent="0">
              <a:buNone/>
              <a:defRPr sz="1050">
                <a:solidFill>
                  <a:schemeClr val="bg1"/>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40" name="Текст 37">
            <a:extLst>
              <a:ext uri="{FF2B5EF4-FFF2-40B4-BE49-F238E27FC236}">
                <a16:creationId xmlns:a16="http://schemas.microsoft.com/office/drawing/2014/main" id="{9DE8106A-94E5-49B6-9FE5-EAC5A7531ABC}"/>
              </a:ext>
            </a:extLst>
          </p:cNvPr>
          <p:cNvSpPr>
            <a:spLocks noGrp="1"/>
          </p:cNvSpPr>
          <p:nvPr>
            <p:ph type="body" sz="quarter" idx="31" hasCustomPrompt="1"/>
          </p:nvPr>
        </p:nvSpPr>
        <p:spPr>
          <a:xfrm>
            <a:off x="4727253" y="3584385"/>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ВЫВОД</a:t>
            </a:r>
          </a:p>
        </p:txBody>
      </p:sp>
      <p:sp>
        <p:nvSpPr>
          <p:cNvPr id="4" name="Заголовок 3">
            <a:extLst>
              <a:ext uri="{FF2B5EF4-FFF2-40B4-BE49-F238E27FC236}">
                <a16:creationId xmlns:a16="http://schemas.microsoft.com/office/drawing/2014/main" id="{1453C4CA-06CC-4AE7-8DF3-73AFEA141EC9}"/>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88C97761-3206-4EC5-89E6-FE192B12204F}"/>
              </a:ext>
            </a:extLst>
          </p:cNvPr>
          <p:cNvSpPr>
            <a:spLocks noGrp="1"/>
          </p:cNvSpPr>
          <p:nvPr>
            <p:ph type="dt" sz="half" idx="32"/>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AD83904-4868-4D6A-A16B-839E06D37B2E}"/>
              </a:ext>
            </a:extLst>
          </p:cNvPr>
          <p:cNvSpPr>
            <a:spLocks noGrp="1"/>
          </p:cNvSpPr>
          <p:nvPr>
            <p:ph type="sldNum" sz="quarter" idx="33"/>
          </p:nvPr>
        </p:nvSpPr>
        <p:spPr/>
        <p:txBody>
          <a:bodyPr/>
          <a:lstStyle>
            <a:lvl1pPr>
              <a:defRPr>
                <a:solidFill>
                  <a:schemeClr val="bg1"/>
                </a:solidFill>
              </a:defRPr>
            </a:lvl1pPr>
          </a:lstStyle>
          <a:p>
            <a:fld id="{03D1A0BF-D385-4A72-B24F-35C80431A2AC}" type="slidenum">
              <a:rPr lang="ru-RU" smtClean="0"/>
              <a:pPr/>
              <a:t>‹#›</a:t>
            </a:fld>
            <a:endParaRPr lang="ru-RU"/>
          </a:p>
        </p:txBody>
      </p:sp>
    </p:spTree>
    <p:extLst>
      <p:ext uri="{BB962C8B-B14F-4D97-AF65-F5344CB8AC3E}">
        <p14:creationId xmlns:p14="http://schemas.microsoft.com/office/powerpoint/2010/main" val="3607878079"/>
      </p:ext>
    </p:extLst>
  </p:cSld>
  <p:clrMapOvr>
    <a:masterClrMapping/>
  </p:clrMapOvr>
  <p:transition spd="slow">
    <p:fade thruBlk="1"/>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Диаграмма.2">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9" name="Диаграмма 8">
            <a:extLst>
              <a:ext uri="{FF2B5EF4-FFF2-40B4-BE49-F238E27FC236}">
                <a16:creationId xmlns:a16="http://schemas.microsoft.com/office/drawing/2014/main" id="{24E67247-DBB9-46DF-A3D9-FEC4EE15383C}"/>
              </a:ext>
            </a:extLst>
          </p:cNvPr>
          <p:cNvSpPr>
            <a:spLocks noGrp="1"/>
          </p:cNvSpPr>
          <p:nvPr>
            <p:ph type="chart" sz="quarter" idx="10"/>
          </p:nvPr>
        </p:nvSpPr>
        <p:spPr>
          <a:xfrm>
            <a:off x="555236" y="1398721"/>
            <a:ext cx="3386674" cy="3104122"/>
          </a:xfrm>
          <a:prstGeom prst="rect">
            <a:avLst/>
          </a:prstGeom>
        </p:spPr>
        <p:txBody>
          <a:bodyPr/>
          <a:lstStyle>
            <a:lvl1pPr marL="0" indent="0">
              <a:buNone/>
              <a:defRPr sz="1200">
                <a:solidFill>
                  <a:schemeClr val="bg1"/>
                </a:solidFill>
              </a:defRPr>
            </a:lvl1pPr>
          </a:lstStyle>
          <a:p>
            <a:endParaRPr lang="ru-RU" dirty="0"/>
          </a:p>
        </p:txBody>
      </p:sp>
      <p:sp>
        <p:nvSpPr>
          <p:cNvPr id="22" name="Текст 37">
            <a:extLst>
              <a:ext uri="{FF2B5EF4-FFF2-40B4-BE49-F238E27FC236}">
                <a16:creationId xmlns:a16="http://schemas.microsoft.com/office/drawing/2014/main" id="{1196ED0A-439F-483A-A87D-D0F4E82C356B}"/>
              </a:ext>
            </a:extLst>
          </p:cNvPr>
          <p:cNvSpPr>
            <a:spLocks noGrp="1"/>
          </p:cNvSpPr>
          <p:nvPr>
            <p:ph type="body" sz="quarter" idx="13" hasCustomPrompt="1"/>
          </p:nvPr>
        </p:nvSpPr>
        <p:spPr>
          <a:xfrm>
            <a:off x="5336849" y="967409"/>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23" name="Текст 5">
            <a:extLst>
              <a:ext uri="{FF2B5EF4-FFF2-40B4-BE49-F238E27FC236}">
                <a16:creationId xmlns:a16="http://schemas.microsoft.com/office/drawing/2014/main" id="{EF25DD81-6C18-4394-A527-C6C59BF16F16}"/>
              </a:ext>
            </a:extLst>
          </p:cNvPr>
          <p:cNvSpPr>
            <a:spLocks noGrp="1"/>
          </p:cNvSpPr>
          <p:nvPr>
            <p:ph type="body" sz="quarter" idx="26" hasCustomPrompt="1"/>
          </p:nvPr>
        </p:nvSpPr>
        <p:spPr>
          <a:xfrm>
            <a:off x="5336849" y="1310524"/>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 name="Заголовок 3">
            <a:extLst>
              <a:ext uri="{FF2B5EF4-FFF2-40B4-BE49-F238E27FC236}">
                <a16:creationId xmlns:a16="http://schemas.microsoft.com/office/drawing/2014/main" id="{1453C4CA-06CC-4AE7-8DF3-73AFEA141EC9}"/>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88C97761-3206-4EC5-89E6-FE192B12204F}"/>
              </a:ext>
            </a:extLst>
          </p:cNvPr>
          <p:cNvSpPr>
            <a:spLocks noGrp="1"/>
          </p:cNvSpPr>
          <p:nvPr>
            <p:ph type="dt" sz="half" idx="32"/>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AD83904-4868-4D6A-A16B-839E06D37B2E}"/>
              </a:ext>
            </a:extLst>
          </p:cNvPr>
          <p:cNvSpPr>
            <a:spLocks noGrp="1"/>
          </p:cNvSpPr>
          <p:nvPr>
            <p:ph type="sldNum" sz="quarter" idx="33"/>
          </p:nvPr>
        </p:nvSpPr>
        <p:spPr/>
        <p:txBody>
          <a:bodyPr/>
          <a:lstStyle>
            <a:lvl1pPr>
              <a:defRPr>
                <a:solidFill>
                  <a:schemeClr val="bg1"/>
                </a:solidFill>
              </a:defRPr>
            </a:lvl1pPr>
          </a:lstStyle>
          <a:p>
            <a:fld id="{03D1A0BF-D385-4A72-B24F-35C80431A2AC}" type="slidenum">
              <a:rPr lang="ru-RU" smtClean="0"/>
              <a:pPr/>
              <a:t>‹#›</a:t>
            </a:fld>
            <a:endParaRPr lang="ru-RU"/>
          </a:p>
        </p:txBody>
      </p:sp>
      <p:sp>
        <p:nvSpPr>
          <p:cNvPr id="19" name="Овал 18">
            <a:extLst>
              <a:ext uri="{FF2B5EF4-FFF2-40B4-BE49-F238E27FC236}">
                <a16:creationId xmlns:a16="http://schemas.microsoft.com/office/drawing/2014/main" id="{8CD8EA1E-8362-49A4-9D2A-CD0351308A7F}"/>
              </a:ext>
            </a:extLst>
          </p:cNvPr>
          <p:cNvSpPr/>
          <p:nvPr userDrawn="1"/>
        </p:nvSpPr>
        <p:spPr>
          <a:xfrm>
            <a:off x="4526936" y="981543"/>
            <a:ext cx="517411" cy="51741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0" name="Овал 19">
            <a:extLst>
              <a:ext uri="{FF2B5EF4-FFF2-40B4-BE49-F238E27FC236}">
                <a16:creationId xmlns:a16="http://schemas.microsoft.com/office/drawing/2014/main" id="{0255CB3A-B09D-4918-B814-69D810A83DAB}"/>
              </a:ext>
            </a:extLst>
          </p:cNvPr>
          <p:cNvSpPr/>
          <p:nvPr userDrawn="1"/>
        </p:nvSpPr>
        <p:spPr>
          <a:xfrm>
            <a:off x="4526936" y="1750357"/>
            <a:ext cx="517411" cy="5174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Овал 20">
            <a:extLst>
              <a:ext uri="{FF2B5EF4-FFF2-40B4-BE49-F238E27FC236}">
                <a16:creationId xmlns:a16="http://schemas.microsoft.com/office/drawing/2014/main" id="{5A718DF6-1B98-462E-90BE-1B624163805F}"/>
              </a:ext>
            </a:extLst>
          </p:cNvPr>
          <p:cNvSpPr/>
          <p:nvPr userDrawn="1"/>
        </p:nvSpPr>
        <p:spPr>
          <a:xfrm>
            <a:off x="4526936" y="2493123"/>
            <a:ext cx="517411" cy="51741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Овал 24">
            <a:extLst>
              <a:ext uri="{FF2B5EF4-FFF2-40B4-BE49-F238E27FC236}">
                <a16:creationId xmlns:a16="http://schemas.microsoft.com/office/drawing/2014/main" id="{400E057B-E061-4918-A8FD-C20832AC8DB2}"/>
              </a:ext>
            </a:extLst>
          </p:cNvPr>
          <p:cNvSpPr/>
          <p:nvPr userDrawn="1"/>
        </p:nvSpPr>
        <p:spPr>
          <a:xfrm>
            <a:off x="4526936" y="3275988"/>
            <a:ext cx="517411" cy="5174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Овал 25">
            <a:extLst>
              <a:ext uri="{FF2B5EF4-FFF2-40B4-BE49-F238E27FC236}">
                <a16:creationId xmlns:a16="http://schemas.microsoft.com/office/drawing/2014/main" id="{8A1D1EFE-6A79-448F-A77F-2FA4ACE19117}"/>
              </a:ext>
            </a:extLst>
          </p:cNvPr>
          <p:cNvSpPr/>
          <p:nvPr userDrawn="1"/>
        </p:nvSpPr>
        <p:spPr>
          <a:xfrm>
            <a:off x="4526936" y="4031463"/>
            <a:ext cx="517411" cy="51741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Текст 5">
            <a:extLst>
              <a:ext uri="{FF2B5EF4-FFF2-40B4-BE49-F238E27FC236}">
                <a16:creationId xmlns:a16="http://schemas.microsoft.com/office/drawing/2014/main" id="{7D8AA6D7-846D-485F-ADF8-D543CB998380}"/>
              </a:ext>
            </a:extLst>
          </p:cNvPr>
          <p:cNvSpPr>
            <a:spLocks noGrp="1"/>
          </p:cNvSpPr>
          <p:nvPr>
            <p:ph type="body" sz="quarter" idx="34" hasCustomPrompt="1"/>
          </p:nvPr>
        </p:nvSpPr>
        <p:spPr>
          <a:xfrm>
            <a:off x="6842509" y="1310523"/>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38" name="Текст 37">
            <a:extLst>
              <a:ext uri="{FF2B5EF4-FFF2-40B4-BE49-F238E27FC236}">
                <a16:creationId xmlns:a16="http://schemas.microsoft.com/office/drawing/2014/main" id="{A6E79B51-2E91-47BC-A45C-2E0CB8F78856}"/>
              </a:ext>
            </a:extLst>
          </p:cNvPr>
          <p:cNvSpPr>
            <a:spLocks noGrp="1"/>
          </p:cNvSpPr>
          <p:nvPr>
            <p:ph type="body" sz="quarter" idx="35" hasCustomPrompt="1"/>
          </p:nvPr>
        </p:nvSpPr>
        <p:spPr>
          <a:xfrm>
            <a:off x="5336849" y="1677660"/>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41" name="Текст 5">
            <a:extLst>
              <a:ext uri="{FF2B5EF4-FFF2-40B4-BE49-F238E27FC236}">
                <a16:creationId xmlns:a16="http://schemas.microsoft.com/office/drawing/2014/main" id="{3EF4CA41-393E-4916-85C0-6D975940719D}"/>
              </a:ext>
            </a:extLst>
          </p:cNvPr>
          <p:cNvSpPr>
            <a:spLocks noGrp="1"/>
          </p:cNvSpPr>
          <p:nvPr>
            <p:ph type="body" sz="quarter" idx="36" hasCustomPrompt="1"/>
          </p:nvPr>
        </p:nvSpPr>
        <p:spPr>
          <a:xfrm>
            <a:off x="5336849" y="2027214"/>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2" name="Текст 5">
            <a:extLst>
              <a:ext uri="{FF2B5EF4-FFF2-40B4-BE49-F238E27FC236}">
                <a16:creationId xmlns:a16="http://schemas.microsoft.com/office/drawing/2014/main" id="{84DED09A-D7F3-477E-B1B1-69E2E052BAC8}"/>
              </a:ext>
            </a:extLst>
          </p:cNvPr>
          <p:cNvSpPr>
            <a:spLocks noGrp="1"/>
          </p:cNvSpPr>
          <p:nvPr>
            <p:ph type="body" sz="quarter" idx="37" hasCustomPrompt="1"/>
          </p:nvPr>
        </p:nvSpPr>
        <p:spPr>
          <a:xfrm>
            <a:off x="6842509" y="2027213"/>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43" name="Текст 37">
            <a:extLst>
              <a:ext uri="{FF2B5EF4-FFF2-40B4-BE49-F238E27FC236}">
                <a16:creationId xmlns:a16="http://schemas.microsoft.com/office/drawing/2014/main" id="{6ECC718A-CF56-46C1-A6E0-5AC92032F835}"/>
              </a:ext>
            </a:extLst>
          </p:cNvPr>
          <p:cNvSpPr>
            <a:spLocks noGrp="1"/>
          </p:cNvSpPr>
          <p:nvPr>
            <p:ph type="body" sz="quarter" idx="38" hasCustomPrompt="1"/>
          </p:nvPr>
        </p:nvSpPr>
        <p:spPr>
          <a:xfrm>
            <a:off x="5336849" y="2429219"/>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44" name="Текст 5">
            <a:extLst>
              <a:ext uri="{FF2B5EF4-FFF2-40B4-BE49-F238E27FC236}">
                <a16:creationId xmlns:a16="http://schemas.microsoft.com/office/drawing/2014/main" id="{96A86C6B-D446-43C8-BE3C-2900ECC71FD3}"/>
              </a:ext>
            </a:extLst>
          </p:cNvPr>
          <p:cNvSpPr>
            <a:spLocks noGrp="1"/>
          </p:cNvSpPr>
          <p:nvPr>
            <p:ph type="body" sz="quarter" idx="39" hasCustomPrompt="1"/>
          </p:nvPr>
        </p:nvSpPr>
        <p:spPr>
          <a:xfrm>
            <a:off x="5336849" y="2772334"/>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5" name="Текст 5">
            <a:extLst>
              <a:ext uri="{FF2B5EF4-FFF2-40B4-BE49-F238E27FC236}">
                <a16:creationId xmlns:a16="http://schemas.microsoft.com/office/drawing/2014/main" id="{82BF25B0-8A05-439A-8D1F-E70D7A9C7128}"/>
              </a:ext>
            </a:extLst>
          </p:cNvPr>
          <p:cNvSpPr>
            <a:spLocks noGrp="1"/>
          </p:cNvSpPr>
          <p:nvPr>
            <p:ph type="body" sz="quarter" idx="40" hasCustomPrompt="1"/>
          </p:nvPr>
        </p:nvSpPr>
        <p:spPr>
          <a:xfrm>
            <a:off x="6842509" y="2772333"/>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46" name="Текст 37">
            <a:extLst>
              <a:ext uri="{FF2B5EF4-FFF2-40B4-BE49-F238E27FC236}">
                <a16:creationId xmlns:a16="http://schemas.microsoft.com/office/drawing/2014/main" id="{83F829FB-0701-44CB-BF28-733EEB3F4CDA}"/>
              </a:ext>
            </a:extLst>
          </p:cNvPr>
          <p:cNvSpPr>
            <a:spLocks noGrp="1"/>
          </p:cNvSpPr>
          <p:nvPr>
            <p:ph type="body" sz="quarter" idx="41" hasCustomPrompt="1"/>
          </p:nvPr>
        </p:nvSpPr>
        <p:spPr>
          <a:xfrm>
            <a:off x="5336849" y="3199148"/>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47" name="Текст 5">
            <a:extLst>
              <a:ext uri="{FF2B5EF4-FFF2-40B4-BE49-F238E27FC236}">
                <a16:creationId xmlns:a16="http://schemas.microsoft.com/office/drawing/2014/main" id="{EE718B9F-94AB-4C56-AFF7-930C6228ECAE}"/>
              </a:ext>
            </a:extLst>
          </p:cNvPr>
          <p:cNvSpPr>
            <a:spLocks noGrp="1"/>
          </p:cNvSpPr>
          <p:nvPr>
            <p:ph type="body" sz="quarter" idx="42" hasCustomPrompt="1"/>
          </p:nvPr>
        </p:nvSpPr>
        <p:spPr>
          <a:xfrm>
            <a:off x="5336849" y="3542263"/>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8" name="Текст 5">
            <a:extLst>
              <a:ext uri="{FF2B5EF4-FFF2-40B4-BE49-F238E27FC236}">
                <a16:creationId xmlns:a16="http://schemas.microsoft.com/office/drawing/2014/main" id="{D89E23FA-01FC-4EB3-8CD9-8C1AAE9432BF}"/>
              </a:ext>
            </a:extLst>
          </p:cNvPr>
          <p:cNvSpPr>
            <a:spLocks noGrp="1"/>
          </p:cNvSpPr>
          <p:nvPr>
            <p:ph type="body" sz="quarter" idx="43" hasCustomPrompt="1"/>
          </p:nvPr>
        </p:nvSpPr>
        <p:spPr>
          <a:xfrm>
            <a:off x="6842509" y="3542262"/>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49" name="Текст 37">
            <a:extLst>
              <a:ext uri="{FF2B5EF4-FFF2-40B4-BE49-F238E27FC236}">
                <a16:creationId xmlns:a16="http://schemas.microsoft.com/office/drawing/2014/main" id="{B1AAFA2F-94D7-4A57-B05A-1AC17B25FAB5}"/>
              </a:ext>
            </a:extLst>
          </p:cNvPr>
          <p:cNvSpPr>
            <a:spLocks noGrp="1"/>
          </p:cNvSpPr>
          <p:nvPr>
            <p:ph type="body" sz="quarter" idx="44" hasCustomPrompt="1"/>
          </p:nvPr>
        </p:nvSpPr>
        <p:spPr>
          <a:xfrm>
            <a:off x="5336849" y="3916122"/>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50" name="Текст 5">
            <a:extLst>
              <a:ext uri="{FF2B5EF4-FFF2-40B4-BE49-F238E27FC236}">
                <a16:creationId xmlns:a16="http://schemas.microsoft.com/office/drawing/2014/main" id="{1A0FFDC4-4A56-40CB-BF3E-F44E87E690EF}"/>
              </a:ext>
            </a:extLst>
          </p:cNvPr>
          <p:cNvSpPr>
            <a:spLocks noGrp="1"/>
          </p:cNvSpPr>
          <p:nvPr>
            <p:ph type="body" sz="quarter" idx="45" hasCustomPrompt="1"/>
          </p:nvPr>
        </p:nvSpPr>
        <p:spPr>
          <a:xfrm>
            <a:off x="5336849" y="4259237"/>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51" name="Текст 5">
            <a:extLst>
              <a:ext uri="{FF2B5EF4-FFF2-40B4-BE49-F238E27FC236}">
                <a16:creationId xmlns:a16="http://schemas.microsoft.com/office/drawing/2014/main" id="{324D9F52-5E9C-4F51-B177-6539824F198D}"/>
              </a:ext>
            </a:extLst>
          </p:cNvPr>
          <p:cNvSpPr>
            <a:spLocks noGrp="1"/>
          </p:cNvSpPr>
          <p:nvPr>
            <p:ph type="body" sz="quarter" idx="46" hasCustomPrompt="1"/>
          </p:nvPr>
        </p:nvSpPr>
        <p:spPr>
          <a:xfrm>
            <a:off x="6842509" y="4259236"/>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Tree>
    <p:extLst>
      <p:ext uri="{BB962C8B-B14F-4D97-AF65-F5344CB8AC3E}">
        <p14:creationId xmlns:p14="http://schemas.microsoft.com/office/powerpoint/2010/main" val="2860078109"/>
      </p:ext>
    </p:extLst>
  </p:cSld>
  <p:clrMapOvr>
    <a:masterClrMapping/>
  </p:clrMapOvr>
  <p:transition spd="slow">
    <p:fade thruBlk="1"/>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Диаграмма.3">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9" name="Диаграмма 8">
            <a:extLst>
              <a:ext uri="{FF2B5EF4-FFF2-40B4-BE49-F238E27FC236}">
                <a16:creationId xmlns:a16="http://schemas.microsoft.com/office/drawing/2014/main" id="{24E67247-DBB9-46DF-A3D9-FEC4EE15383C}"/>
              </a:ext>
            </a:extLst>
          </p:cNvPr>
          <p:cNvSpPr>
            <a:spLocks noGrp="1"/>
          </p:cNvSpPr>
          <p:nvPr>
            <p:ph type="chart" sz="quarter" idx="10"/>
          </p:nvPr>
        </p:nvSpPr>
        <p:spPr>
          <a:xfrm>
            <a:off x="555236" y="1398721"/>
            <a:ext cx="3386674" cy="3104122"/>
          </a:xfrm>
          <a:prstGeom prst="rect">
            <a:avLst/>
          </a:prstGeom>
        </p:spPr>
        <p:txBody>
          <a:bodyPr/>
          <a:lstStyle>
            <a:lvl1pPr marL="0" indent="0">
              <a:buNone/>
              <a:defRPr sz="1200">
                <a:solidFill>
                  <a:schemeClr val="bg1"/>
                </a:solidFill>
              </a:defRPr>
            </a:lvl1pPr>
          </a:lstStyle>
          <a:p>
            <a:endParaRPr lang="ru-RU" dirty="0"/>
          </a:p>
        </p:txBody>
      </p:sp>
      <p:sp>
        <p:nvSpPr>
          <p:cNvPr id="22" name="Текст 37">
            <a:extLst>
              <a:ext uri="{FF2B5EF4-FFF2-40B4-BE49-F238E27FC236}">
                <a16:creationId xmlns:a16="http://schemas.microsoft.com/office/drawing/2014/main" id="{1196ED0A-439F-483A-A87D-D0F4E82C356B}"/>
              </a:ext>
            </a:extLst>
          </p:cNvPr>
          <p:cNvSpPr>
            <a:spLocks noGrp="1"/>
          </p:cNvSpPr>
          <p:nvPr>
            <p:ph type="body" sz="quarter" idx="13" hasCustomPrompt="1"/>
          </p:nvPr>
        </p:nvSpPr>
        <p:spPr>
          <a:xfrm>
            <a:off x="5401778" y="1736815"/>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23" name="Текст 5">
            <a:extLst>
              <a:ext uri="{FF2B5EF4-FFF2-40B4-BE49-F238E27FC236}">
                <a16:creationId xmlns:a16="http://schemas.microsoft.com/office/drawing/2014/main" id="{EF25DD81-6C18-4394-A527-C6C59BF16F16}"/>
              </a:ext>
            </a:extLst>
          </p:cNvPr>
          <p:cNvSpPr>
            <a:spLocks noGrp="1"/>
          </p:cNvSpPr>
          <p:nvPr>
            <p:ph type="body" sz="quarter" idx="26" hasCustomPrompt="1"/>
          </p:nvPr>
        </p:nvSpPr>
        <p:spPr>
          <a:xfrm>
            <a:off x="5401778" y="2079930"/>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 name="Заголовок 3">
            <a:extLst>
              <a:ext uri="{FF2B5EF4-FFF2-40B4-BE49-F238E27FC236}">
                <a16:creationId xmlns:a16="http://schemas.microsoft.com/office/drawing/2014/main" id="{1453C4CA-06CC-4AE7-8DF3-73AFEA141EC9}"/>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88C97761-3206-4EC5-89E6-FE192B12204F}"/>
              </a:ext>
            </a:extLst>
          </p:cNvPr>
          <p:cNvSpPr>
            <a:spLocks noGrp="1"/>
          </p:cNvSpPr>
          <p:nvPr>
            <p:ph type="dt" sz="half" idx="32"/>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AD83904-4868-4D6A-A16B-839E06D37B2E}"/>
              </a:ext>
            </a:extLst>
          </p:cNvPr>
          <p:cNvSpPr>
            <a:spLocks noGrp="1"/>
          </p:cNvSpPr>
          <p:nvPr>
            <p:ph type="sldNum" sz="quarter" idx="33"/>
          </p:nvPr>
        </p:nvSpPr>
        <p:spPr/>
        <p:txBody>
          <a:bodyPr/>
          <a:lstStyle>
            <a:lvl1pPr>
              <a:defRPr>
                <a:solidFill>
                  <a:schemeClr val="bg1"/>
                </a:solidFill>
              </a:defRPr>
            </a:lvl1pPr>
          </a:lstStyle>
          <a:p>
            <a:fld id="{03D1A0BF-D385-4A72-B24F-35C80431A2AC}" type="slidenum">
              <a:rPr lang="ru-RU" smtClean="0"/>
              <a:pPr/>
              <a:t>‹#›</a:t>
            </a:fld>
            <a:endParaRPr lang="ru-RU"/>
          </a:p>
        </p:txBody>
      </p:sp>
      <p:sp>
        <p:nvSpPr>
          <p:cNvPr id="37" name="Текст 5">
            <a:extLst>
              <a:ext uri="{FF2B5EF4-FFF2-40B4-BE49-F238E27FC236}">
                <a16:creationId xmlns:a16="http://schemas.microsoft.com/office/drawing/2014/main" id="{7D8AA6D7-846D-485F-ADF8-D543CB998380}"/>
              </a:ext>
            </a:extLst>
          </p:cNvPr>
          <p:cNvSpPr>
            <a:spLocks noGrp="1"/>
          </p:cNvSpPr>
          <p:nvPr>
            <p:ph type="body" sz="quarter" idx="34" hasCustomPrompt="1"/>
          </p:nvPr>
        </p:nvSpPr>
        <p:spPr>
          <a:xfrm>
            <a:off x="6907438" y="2079929"/>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38" name="Текст 37">
            <a:extLst>
              <a:ext uri="{FF2B5EF4-FFF2-40B4-BE49-F238E27FC236}">
                <a16:creationId xmlns:a16="http://schemas.microsoft.com/office/drawing/2014/main" id="{A6E79B51-2E91-47BC-A45C-2E0CB8F78856}"/>
              </a:ext>
            </a:extLst>
          </p:cNvPr>
          <p:cNvSpPr>
            <a:spLocks noGrp="1"/>
          </p:cNvSpPr>
          <p:nvPr>
            <p:ph type="body" sz="quarter" idx="35" hasCustomPrompt="1"/>
          </p:nvPr>
        </p:nvSpPr>
        <p:spPr>
          <a:xfrm>
            <a:off x="5401778" y="2447066"/>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41" name="Текст 5">
            <a:extLst>
              <a:ext uri="{FF2B5EF4-FFF2-40B4-BE49-F238E27FC236}">
                <a16:creationId xmlns:a16="http://schemas.microsoft.com/office/drawing/2014/main" id="{3EF4CA41-393E-4916-85C0-6D975940719D}"/>
              </a:ext>
            </a:extLst>
          </p:cNvPr>
          <p:cNvSpPr>
            <a:spLocks noGrp="1"/>
          </p:cNvSpPr>
          <p:nvPr>
            <p:ph type="body" sz="quarter" idx="36" hasCustomPrompt="1"/>
          </p:nvPr>
        </p:nvSpPr>
        <p:spPr>
          <a:xfrm>
            <a:off x="5401778" y="2796620"/>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2" name="Текст 5">
            <a:extLst>
              <a:ext uri="{FF2B5EF4-FFF2-40B4-BE49-F238E27FC236}">
                <a16:creationId xmlns:a16="http://schemas.microsoft.com/office/drawing/2014/main" id="{84DED09A-D7F3-477E-B1B1-69E2E052BAC8}"/>
              </a:ext>
            </a:extLst>
          </p:cNvPr>
          <p:cNvSpPr>
            <a:spLocks noGrp="1"/>
          </p:cNvSpPr>
          <p:nvPr>
            <p:ph type="body" sz="quarter" idx="37" hasCustomPrompt="1"/>
          </p:nvPr>
        </p:nvSpPr>
        <p:spPr>
          <a:xfrm>
            <a:off x="6907438" y="2796619"/>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
        <p:nvSpPr>
          <p:cNvPr id="43" name="Текст 37">
            <a:extLst>
              <a:ext uri="{FF2B5EF4-FFF2-40B4-BE49-F238E27FC236}">
                <a16:creationId xmlns:a16="http://schemas.microsoft.com/office/drawing/2014/main" id="{6ECC718A-CF56-46C1-A6E0-5AC92032F835}"/>
              </a:ext>
            </a:extLst>
          </p:cNvPr>
          <p:cNvSpPr>
            <a:spLocks noGrp="1"/>
          </p:cNvSpPr>
          <p:nvPr>
            <p:ph type="body" sz="quarter" idx="38" hasCustomPrompt="1"/>
          </p:nvPr>
        </p:nvSpPr>
        <p:spPr>
          <a:xfrm>
            <a:off x="5401778" y="3198625"/>
            <a:ext cx="2750073" cy="299331"/>
          </a:xfrm>
          <a:prstGeom prst="rect">
            <a:avLst/>
          </a:prstGeom>
        </p:spPr>
        <p:txBody>
          <a:bodyPr anchor="ctr">
            <a:normAutofit/>
          </a:bodyPr>
          <a:lstStyle>
            <a:lvl1pPr marL="0" indent="0">
              <a:spcBef>
                <a:spcPts val="0"/>
              </a:spcBef>
              <a:buNone/>
              <a:defRPr sz="1400">
                <a:solidFill>
                  <a:schemeClr val="bg1"/>
                </a:solidFill>
                <a:latin typeface="Arial Black" panose="020B0A04020102020204" pitchFamily="34" charset="0"/>
              </a:defRPr>
            </a:lvl1pPr>
          </a:lstStyle>
          <a:p>
            <a:pPr lvl="0"/>
            <a:r>
              <a:rPr lang="ru-RU" dirty="0"/>
              <a:t>ЗАГОЛОВОК ОДИН</a:t>
            </a:r>
          </a:p>
        </p:txBody>
      </p:sp>
      <p:sp>
        <p:nvSpPr>
          <p:cNvPr id="44" name="Текст 5">
            <a:extLst>
              <a:ext uri="{FF2B5EF4-FFF2-40B4-BE49-F238E27FC236}">
                <a16:creationId xmlns:a16="http://schemas.microsoft.com/office/drawing/2014/main" id="{96A86C6B-D446-43C8-BE3C-2900ECC71FD3}"/>
              </a:ext>
            </a:extLst>
          </p:cNvPr>
          <p:cNvSpPr>
            <a:spLocks noGrp="1"/>
          </p:cNvSpPr>
          <p:nvPr>
            <p:ph type="body" sz="quarter" idx="39" hasCustomPrompt="1"/>
          </p:nvPr>
        </p:nvSpPr>
        <p:spPr>
          <a:xfrm>
            <a:off x="5401778" y="3541740"/>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Первый пункт</a:t>
            </a:r>
          </a:p>
        </p:txBody>
      </p:sp>
      <p:sp>
        <p:nvSpPr>
          <p:cNvPr id="45" name="Текст 5">
            <a:extLst>
              <a:ext uri="{FF2B5EF4-FFF2-40B4-BE49-F238E27FC236}">
                <a16:creationId xmlns:a16="http://schemas.microsoft.com/office/drawing/2014/main" id="{82BF25B0-8A05-439A-8D1F-E70D7A9C7128}"/>
              </a:ext>
            </a:extLst>
          </p:cNvPr>
          <p:cNvSpPr>
            <a:spLocks noGrp="1"/>
          </p:cNvSpPr>
          <p:nvPr>
            <p:ph type="body" sz="quarter" idx="40" hasCustomPrompt="1"/>
          </p:nvPr>
        </p:nvSpPr>
        <p:spPr>
          <a:xfrm>
            <a:off x="6907438" y="3541739"/>
            <a:ext cx="1308650" cy="243606"/>
          </a:xfrm>
          <a:prstGeom prst="rect">
            <a:avLst/>
          </a:prstGeom>
        </p:spPr>
        <p:txBody>
          <a:bodyPr/>
          <a:lstStyle>
            <a:lvl1pPr marL="171450" indent="-171450">
              <a:buFont typeface="Arial" panose="020B0604020202020204" pitchFamily="34" charset="0"/>
              <a:buChar char="•"/>
              <a:defRPr sz="1050">
                <a:solidFill>
                  <a:schemeClr val="bg1"/>
                </a:solidFill>
              </a:defRPr>
            </a:lvl1pPr>
          </a:lstStyle>
          <a:p>
            <a:pPr lvl="0"/>
            <a:r>
              <a:rPr lang="ru-RU" dirty="0"/>
              <a:t>Второй пункт</a:t>
            </a:r>
          </a:p>
        </p:txBody>
      </p:sp>
    </p:spTree>
    <p:extLst>
      <p:ext uri="{BB962C8B-B14F-4D97-AF65-F5344CB8AC3E}">
        <p14:creationId xmlns:p14="http://schemas.microsoft.com/office/powerpoint/2010/main" val="2301970376"/>
      </p:ext>
    </p:extLst>
  </p:cSld>
  <p:clrMapOvr>
    <a:masterClrMapping/>
  </p:clrMapOvr>
  <p:transition spd="slow">
    <p:fade thruBlk="1"/>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Фон.">
    <p:bg>
      <p:bgPr>
        <a:gradFill>
          <a:gsLst>
            <a:gs pos="3000">
              <a:schemeClr val="accent5"/>
            </a:gs>
            <a:gs pos="100000">
              <a:schemeClr val="tx1">
                <a:lumMod val="60000"/>
                <a:lumOff val="40000"/>
              </a:schemeClr>
            </a:gs>
            <a:gs pos="65000">
              <a:srgbClr val="08CA5A"/>
            </a:gs>
            <a:gs pos="50000">
              <a:schemeClr val="tx2"/>
            </a:gs>
          </a:gsLst>
          <a:lin ang="18000000" scaled="0"/>
        </a:gradFill>
        <a:effectLst/>
      </p:bgPr>
    </p:bg>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F4F6B58-9922-49B1-B7F2-AB66605EEADB}"/>
              </a:ext>
            </a:extLst>
          </p:cNvPr>
          <p:cNvSpPr>
            <a:spLocks noGrp="1"/>
          </p:cNvSpPr>
          <p:nvPr>
            <p:ph type="title" hasCustomPrompt="1"/>
          </p:nvPr>
        </p:nvSpPr>
        <p:spPr/>
        <p:txBody>
          <a:bodyPr/>
          <a:lstStyle>
            <a:lvl1pPr>
              <a:defRPr>
                <a:solidFill>
                  <a:schemeClr val="bg1"/>
                </a:solidFill>
              </a:defRPr>
            </a:lvl1pPr>
          </a:lstStyle>
          <a:p>
            <a:r>
              <a:rPr lang="ru-RU" dirty="0"/>
              <a:t>ОБРАЗЕЦ ЗАГОЛОВКА</a:t>
            </a:r>
          </a:p>
        </p:txBody>
      </p:sp>
      <p:sp>
        <p:nvSpPr>
          <p:cNvPr id="2" name="Дата 1">
            <a:extLst>
              <a:ext uri="{FF2B5EF4-FFF2-40B4-BE49-F238E27FC236}">
                <a16:creationId xmlns:a16="http://schemas.microsoft.com/office/drawing/2014/main" id="{7EC7FB1A-A697-436C-A9B2-995D064D66C2}"/>
              </a:ext>
            </a:extLst>
          </p:cNvPr>
          <p:cNvSpPr>
            <a:spLocks noGrp="1"/>
          </p:cNvSpPr>
          <p:nvPr>
            <p:ph type="dt" sz="half" idx="10"/>
          </p:nvPr>
        </p:nvSpPr>
        <p:spPr/>
        <p:txBody>
          <a:bodyPr/>
          <a:lstStyle>
            <a:lvl1pPr>
              <a:defRPr>
                <a:solidFill>
                  <a:schemeClr val="bg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43BE8ED-9738-48A0-9A98-DDA0EE6BB4A7}"/>
              </a:ext>
            </a:extLst>
          </p:cNvPr>
          <p:cNvSpPr>
            <a:spLocks noGrp="1"/>
          </p:cNvSpPr>
          <p:nvPr>
            <p:ph type="sldNum" sz="quarter" idx="11"/>
          </p:nvPr>
        </p:nvSpPr>
        <p:spPr/>
        <p:txBody>
          <a:bodyPr/>
          <a:lstStyle>
            <a:lvl1pPr>
              <a:defRPr>
                <a:solidFill>
                  <a:schemeClr val="bg1"/>
                </a:solidFill>
              </a:defRPr>
            </a:lvl1pPr>
          </a:lstStyle>
          <a:p>
            <a:fld id="{03D1A0BF-D385-4A72-B24F-35C80431A2AC}" type="slidenum">
              <a:rPr lang="ru-RU" smtClean="0"/>
              <a:pPr/>
              <a:t>‹#›</a:t>
            </a:fld>
            <a:endParaRPr lang="ru-RU"/>
          </a:p>
        </p:txBody>
      </p:sp>
    </p:spTree>
    <p:extLst>
      <p:ext uri="{BB962C8B-B14F-4D97-AF65-F5344CB8AC3E}">
        <p14:creationId xmlns:p14="http://schemas.microsoft.com/office/powerpoint/2010/main" val="2977793461"/>
      </p:ext>
    </p:extLst>
  </p:cSld>
  <p:clrMapOvr>
    <a:masterClrMapping/>
  </p:clrMapOvr>
  <p:transition spd="slow">
    <p:fade thruBlk="1"/>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3_Заголовок и объект">
    <p:bg>
      <p:bgPr>
        <a:gradFill>
          <a:gsLst>
            <a:gs pos="4000">
              <a:schemeClr val="bg1">
                <a:lumMod val="95000"/>
              </a:schemeClr>
            </a:gs>
            <a:gs pos="67000">
              <a:schemeClr val="bg1"/>
            </a:gs>
          </a:gsLst>
          <a:lin ang="18000000" scaled="0"/>
        </a:gradFill>
        <a:effectLst/>
      </p:bgPr>
    </p:bg>
    <p:spTree>
      <p:nvGrpSpPr>
        <p:cNvPr id="1" name=""/>
        <p:cNvGrpSpPr/>
        <p:nvPr/>
      </p:nvGrpSpPr>
      <p:grpSpPr>
        <a:xfrm>
          <a:off x="0" y="0"/>
          <a:ext cx="0" cy="0"/>
          <a:chOff x="0" y="0"/>
          <a:chExt cx="0" cy="0"/>
        </a:xfrm>
      </p:grpSpPr>
      <p:sp>
        <p:nvSpPr>
          <p:cNvPr id="10" name="Текст 9">
            <a:extLst>
              <a:ext uri="{FF2B5EF4-FFF2-40B4-BE49-F238E27FC236}">
                <a16:creationId xmlns:a16="http://schemas.microsoft.com/office/drawing/2014/main" id="{5C96A12A-A35F-4ABC-88A9-05260FE148AE}"/>
              </a:ext>
            </a:extLst>
          </p:cNvPr>
          <p:cNvSpPr>
            <a:spLocks noGrp="1"/>
          </p:cNvSpPr>
          <p:nvPr>
            <p:ph type="body" sz="quarter" idx="10" hasCustomPrompt="1"/>
          </p:nvPr>
        </p:nvSpPr>
        <p:spPr>
          <a:xfrm>
            <a:off x="4468946" y="3222537"/>
            <a:ext cx="3931570" cy="563250"/>
          </a:xfrm>
          <a:prstGeom prst="rect">
            <a:avLst/>
          </a:prstGeom>
        </p:spPr>
        <p:txBody>
          <a:bodyPr anchor="ctr"/>
          <a:lstStyle>
            <a:lvl1pPr marL="0" indent="0" algn="r">
              <a:spcBef>
                <a:spcPts val="0"/>
              </a:spcBef>
              <a:buNone/>
              <a:defRPr sz="1400" b="1">
                <a:solidFill>
                  <a:schemeClr val="bg2"/>
                </a:solidFill>
                <a:latin typeface="+mj-lt"/>
              </a:defRPr>
            </a:lvl1pPr>
          </a:lstStyle>
          <a:p>
            <a:pPr lvl="0"/>
            <a:r>
              <a:rPr lang="ru-RU" dirty="0"/>
              <a:t>Название презентации</a:t>
            </a:r>
            <a:br>
              <a:rPr lang="ru-RU" dirty="0"/>
            </a:br>
            <a:r>
              <a:rPr lang="ru-RU" dirty="0"/>
              <a:t>в две строчки</a:t>
            </a:r>
          </a:p>
          <a:p>
            <a:pPr lvl="0"/>
            <a:endParaRPr lang="ru-RU" dirty="0"/>
          </a:p>
        </p:txBody>
      </p:sp>
      <p:sp>
        <p:nvSpPr>
          <p:cNvPr id="15" name="Текст 14">
            <a:extLst>
              <a:ext uri="{FF2B5EF4-FFF2-40B4-BE49-F238E27FC236}">
                <a16:creationId xmlns:a16="http://schemas.microsoft.com/office/drawing/2014/main" id="{E5285F4B-11A1-4F7B-8861-16843F929DA5}"/>
              </a:ext>
            </a:extLst>
          </p:cNvPr>
          <p:cNvSpPr>
            <a:spLocks noGrp="1"/>
          </p:cNvSpPr>
          <p:nvPr>
            <p:ph type="body" sz="quarter" idx="11" hasCustomPrompt="1"/>
          </p:nvPr>
        </p:nvSpPr>
        <p:spPr>
          <a:xfrm>
            <a:off x="7605119" y="298802"/>
            <a:ext cx="1239778" cy="197250"/>
          </a:xfrm>
          <a:prstGeom prst="rect">
            <a:avLst/>
          </a:prstGeom>
        </p:spPr>
        <p:txBody>
          <a:bodyPr/>
          <a:lstStyle>
            <a:lvl1pPr marL="0" indent="0" algn="r">
              <a:buNone/>
              <a:defRPr sz="900" b="1">
                <a:solidFill>
                  <a:schemeClr val="tx1"/>
                </a:solidFill>
              </a:defRPr>
            </a:lvl1pPr>
          </a:lstStyle>
          <a:p>
            <a:pPr lvl="0"/>
            <a:r>
              <a:rPr lang="ru-RU" dirty="0"/>
              <a:t>00.00.00</a:t>
            </a:r>
          </a:p>
        </p:txBody>
      </p:sp>
      <p:pic>
        <p:nvPicPr>
          <p:cNvPr id="8" name="Рисунок 7">
            <a:extLst>
              <a:ext uri="{FF2B5EF4-FFF2-40B4-BE49-F238E27FC236}">
                <a16:creationId xmlns:a16="http://schemas.microsoft.com/office/drawing/2014/main" id="{0E5AB183-1F8C-4A9A-9E46-B36EEA77A14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060" r="947"/>
          <a:stretch/>
        </p:blipFill>
        <p:spPr>
          <a:xfrm>
            <a:off x="0" y="1614600"/>
            <a:ext cx="9144000" cy="1676001"/>
          </a:xfrm>
          <a:prstGeom prst="rect">
            <a:avLst/>
          </a:prstGeom>
        </p:spPr>
      </p:pic>
      <p:sp>
        <p:nvSpPr>
          <p:cNvPr id="9" name="TextBox 8">
            <a:extLst>
              <a:ext uri="{FF2B5EF4-FFF2-40B4-BE49-F238E27FC236}">
                <a16:creationId xmlns:a16="http://schemas.microsoft.com/office/drawing/2014/main" id="{2C957C60-3A07-473A-9C67-0358437B4BED}"/>
              </a:ext>
            </a:extLst>
          </p:cNvPr>
          <p:cNvSpPr txBox="1"/>
          <p:nvPr userDrawn="1"/>
        </p:nvSpPr>
        <p:spPr>
          <a:xfrm>
            <a:off x="299103" y="282011"/>
            <a:ext cx="1114408"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b="1" i="0" u="none" strike="noStrike" dirty="0">
                <a:solidFill>
                  <a:schemeClr val="tx1"/>
                </a:solidFill>
                <a:effectLst/>
                <a:latin typeface="+mj-lt"/>
                <a:hlinkClick r:id="rId3">
                  <a:extLst>
                    <a:ext uri="{A12FA001-AC4F-418D-AE19-62706E023703}">
                      <ahyp:hlinkClr xmlns:ahyp="http://schemas.microsoft.com/office/drawing/2018/hyperlinkcolor" val="tx"/>
                    </a:ext>
                  </a:extLst>
                </a:hlinkClick>
              </a:rPr>
              <a:t>www.megafon.ru</a:t>
            </a:r>
            <a:endParaRPr lang="ru-RU" sz="900" b="1" dirty="0">
              <a:solidFill>
                <a:schemeClr val="tx1"/>
              </a:solidFill>
              <a:latin typeface="+mj-lt"/>
            </a:endParaRPr>
          </a:p>
        </p:txBody>
      </p:sp>
    </p:spTree>
    <p:extLst>
      <p:ext uri="{BB962C8B-B14F-4D97-AF65-F5344CB8AC3E}">
        <p14:creationId xmlns:p14="http://schemas.microsoft.com/office/powerpoint/2010/main" val="3100185206"/>
      </p:ext>
    </p:extLst>
  </p:cSld>
  <p:clrMapOvr>
    <a:masterClrMapping/>
  </p:clrMapOvr>
  <p:transition spd="slow">
    <p:fade thruBlk="1"/>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7_Заголовок и объект">
    <p:bg>
      <p:bgPr>
        <a:gradFill>
          <a:gsLst>
            <a:gs pos="4000">
              <a:schemeClr val="bg1">
                <a:lumMod val="95000"/>
              </a:schemeClr>
            </a:gs>
            <a:gs pos="67000">
              <a:schemeClr val="bg1"/>
            </a:gs>
          </a:gsLst>
          <a:lin ang="18000000" scaled="0"/>
        </a:gradFill>
        <a:effectLst/>
      </p:bgPr>
    </p:bg>
    <p:spTree>
      <p:nvGrpSpPr>
        <p:cNvPr id="1" name=""/>
        <p:cNvGrpSpPr/>
        <p:nvPr/>
      </p:nvGrpSpPr>
      <p:grpSpPr>
        <a:xfrm>
          <a:off x="0" y="0"/>
          <a:ext cx="0" cy="0"/>
          <a:chOff x="0" y="0"/>
          <a:chExt cx="0" cy="0"/>
        </a:xfrm>
      </p:grpSpPr>
      <p:cxnSp>
        <p:nvCxnSpPr>
          <p:cNvPr id="6" name="Прямая соединительная линия 5">
            <a:extLst>
              <a:ext uri="{FF2B5EF4-FFF2-40B4-BE49-F238E27FC236}">
                <a16:creationId xmlns:a16="http://schemas.microsoft.com/office/drawing/2014/main" id="{42B2BA8D-C4AC-483F-8565-4B035267E4CC}"/>
              </a:ext>
            </a:extLst>
          </p:cNvPr>
          <p:cNvCxnSpPr>
            <a:cxnSpLocks/>
          </p:cNvCxnSpPr>
          <p:nvPr userDrawn="1"/>
        </p:nvCxnSpPr>
        <p:spPr>
          <a:xfrm>
            <a:off x="4722909" y="2904015"/>
            <a:ext cx="2873829" cy="0"/>
          </a:xfrm>
          <a:prstGeom prst="line">
            <a:avLst/>
          </a:prstGeom>
          <a:ln w="38100" cap="rnd">
            <a:gradFill flip="none" rotWithShape="1">
              <a:gsLst>
                <a:gs pos="23000">
                  <a:schemeClr val="accent5"/>
                </a:gs>
                <a:gs pos="80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 name="Заголовок 2">
            <a:extLst>
              <a:ext uri="{FF2B5EF4-FFF2-40B4-BE49-F238E27FC236}">
                <a16:creationId xmlns:a16="http://schemas.microsoft.com/office/drawing/2014/main" id="{CD35060E-B2BB-4576-BB8D-8D4E62E3039D}"/>
              </a:ext>
            </a:extLst>
          </p:cNvPr>
          <p:cNvSpPr>
            <a:spLocks noGrp="1"/>
          </p:cNvSpPr>
          <p:nvPr>
            <p:ph type="title" hasCustomPrompt="1"/>
          </p:nvPr>
        </p:nvSpPr>
        <p:spPr>
          <a:xfrm>
            <a:off x="774534" y="1657340"/>
            <a:ext cx="6532724" cy="993775"/>
          </a:xfrm>
        </p:spPr>
        <p:txBody>
          <a:bodyPr anchor="b">
            <a:normAutofit/>
          </a:bodyPr>
          <a:lstStyle>
            <a:lvl1pPr>
              <a:defRPr sz="6000">
                <a:gradFill>
                  <a:gsLst>
                    <a:gs pos="0">
                      <a:schemeClr val="accent5"/>
                    </a:gs>
                    <a:gs pos="100000">
                      <a:schemeClr val="accent6"/>
                    </a:gs>
                  </a:gsLst>
                  <a:lin ang="8400000" scaled="0"/>
                </a:gradFill>
              </a:defRPr>
            </a:lvl1pPr>
          </a:lstStyle>
          <a:p>
            <a:r>
              <a:rPr lang="ru-RU" dirty="0"/>
              <a:t>ЗАГОЛОВОК</a:t>
            </a:r>
          </a:p>
        </p:txBody>
      </p:sp>
    </p:spTree>
    <p:extLst>
      <p:ext uri="{BB962C8B-B14F-4D97-AF65-F5344CB8AC3E}">
        <p14:creationId xmlns:p14="http://schemas.microsoft.com/office/powerpoint/2010/main" val="544591211"/>
      </p:ext>
    </p:extLst>
  </p:cSld>
  <p:clrMapOvr>
    <a:masterClrMapping/>
  </p:clrMapOvr>
  <p:transition spd="slow">
    <p:fade thruBlk="1"/>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Три плашки, два подзаголовка. 1">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662755" y="1044774"/>
            <a:ext cx="7734559" cy="372059"/>
          </a:xfrm>
          <a:prstGeom prst="rect">
            <a:avLst/>
          </a:prstGeom>
          <a:gradFill flip="none" rotWithShape="1">
            <a:gsLst>
              <a:gs pos="100000">
                <a:schemeClr val="bg1"/>
              </a:gs>
              <a:gs pos="0">
                <a:schemeClr val="bg1"/>
              </a:gs>
            </a:gsLst>
            <a:lin ang="0" scaled="1"/>
            <a:tileRect/>
          </a:gradFill>
          <a:ln>
            <a:noFill/>
          </a:ln>
          <a:effectLst>
            <a:outerShdw blurRad="2413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ED3346D-1E61-48F4-87F1-352EB49B59EA}"/>
              </a:ext>
            </a:extLst>
          </p:cNvPr>
          <p:cNvSpPr/>
          <p:nvPr userDrawn="1"/>
        </p:nvSpPr>
        <p:spPr>
          <a:xfrm>
            <a:off x="662755" y="1513436"/>
            <a:ext cx="7734559" cy="991254"/>
          </a:xfrm>
          <a:prstGeom prst="rect">
            <a:avLst/>
          </a:prstGeom>
          <a:gradFill flip="none" rotWithShape="1">
            <a:gsLst>
              <a:gs pos="100000">
                <a:schemeClr val="bg1"/>
              </a:gs>
              <a:gs pos="0">
                <a:schemeClr val="bg1"/>
              </a:gs>
            </a:gsLst>
            <a:lin ang="0" scaled="1"/>
            <a:tileRect/>
          </a:gradFill>
          <a:ln>
            <a:noFill/>
          </a:ln>
          <a:effectLst>
            <a:outerShdw blurRad="2413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0D0C0806-41EF-4D4A-B044-3E6D460B3C74}"/>
              </a:ext>
            </a:extLst>
          </p:cNvPr>
          <p:cNvSpPr/>
          <p:nvPr userDrawn="1"/>
        </p:nvSpPr>
        <p:spPr>
          <a:xfrm>
            <a:off x="662755" y="2557279"/>
            <a:ext cx="7734559" cy="991254"/>
          </a:xfrm>
          <a:prstGeom prst="rect">
            <a:avLst/>
          </a:prstGeom>
          <a:gradFill flip="none" rotWithShape="1">
            <a:gsLst>
              <a:gs pos="100000">
                <a:schemeClr val="bg1"/>
              </a:gs>
              <a:gs pos="0">
                <a:schemeClr val="bg1"/>
              </a:gs>
            </a:gsLst>
            <a:lin ang="0" scaled="1"/>
            <a:tileRect/>
          </a:gradFill>
          <a:ln>
            <a:noFill/>
          </a:ln>
          <a:effectLst>
            <a:outerShdw blurRad="2413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50735274-D8D0-4B93-AF95-7CA8AEFB9267}"/>
              </a:ext>
            </a:extLst>
          </p:cNvPr>
          <p:cNvSpPr/>
          <p:nvPr userDrawn="1"/>
        </p:nvSpPr>
        <p:spPr>
          <a:xfrm>
            <a:off x="662755" y="3601123"/>
            <a:ext cx="7734559" cy="991254"/>
          </a:xfrm>
          <a:prstGeom prst="rect">
            <a:avLst/>
          </a:prstGeom>
          <a:gradFill flip="none" rotWithShape="1">
            <a:gsLst>
              <a:gs pos="100000">
                <a:schemeClr val="bg1"/>
              </a:gs>
              <a:gs pos="0">
                <a:schemeClr val="bg1"/>
              </a:gs>
            </a:gsLst>
            <a:lin ang="0" scaled="1"/>
            <a:tileRect/>
          </a:gradFill>
          <a:ln>
            <a:noFill/>
          </a:ln>
          <a:effectLst>
            <a:outerShdw blurRad="2413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Половина рамки 64">
            <a:extLst>
              <a:ext uri="{FF2B5EF4-FFF2-40B4-BE49-F238E27FC236}">
                <a16:creationId xmlns:a16="http://schemas.microsoft.com/office/drawing/2014/main" id="{A0CBEFE9-A7E8-4825-B8A9-249A1BC8A85D}"/>
              </a:ext>
            </a:extLst>
          </p:cNvPr>
          <p:cNvSpPr/>
          <p:nvPr userDrawn="1"/>
        </p:nvSpPr>
        <p:spPr>
          <a:xfrm rot="8100000">
            <a:off x="4241478" y="1815468"/>
            <a:ext cx="314434" cy="314434"/>
          </a:xfrm>
          <a:prstGeom prst="halfFrame">
            <a:avLst>
              <a:gd name="adj1" fmla="val 0"/>
              <a:gd name="adj2" fmla="val 0"/>
            </a:avLst>
          </a:prstGeom>
          <a:noFill/>
          <a:ln w="38100" cap="rnd">
            <a:gradFill>
              <a:gsLst>
                <a:gs pos="0">
                  <a:schemeClr val="accent5"/>
                </a:gs>
                <a:gs pos="67000">
                  <a:schemeClr val="accent2"/>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66" name="Половина рамки 65">
            <a:extLst>
              <a:ext uri="{FF2B5EF4-FFF2-40B4-BE49-F238E27FC236}">
                <a16:creationId xmlns:a16="http://schemas.microsoft.com/office/drawing/2014/main" id="{249CC75A-E3F3-444F-9D02-96C662CFF6A4}"/>
              </a:ext>
            </a:extLst>
          </p:cNvPr>
          <p:cNvSpPr/>
          <p:nvPr userDrawn="1"/>
        </p:nvSpPr>
        <p:spPr>
          <a:xfrm rot="8100000">
            <a:off x="4241478" y="2895428"/>
            <a:ext cx="314434" cy="314434"/>
          </a:xfrm>
          <a:prstGeom prst="halfFrame">
            <a:avLst>
              <a:gd name="adj1" fmla="val 0"/>
              <a:gd name="adj2" fmla="val 0"/>
            </a:avLst>
          </a:prstGeom>
          <a:noFill/>
          <a:ln w="38100" cap="rnd">
            <a:gradFill>
              <a:gsLst>
                <a:gs pos="0">
                  <a:schemeClr val="accent5"/>
                </a:gs>
                <a:gs pos="67000">
                  <a:schemeClr val="accent2"/>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67" name="Половина рамки 66">
            <a:extLst>
              <a:ext uri="{FF2B5EF4-FFF2-40B4-BE49-F238E27FC236}">
                <a16:creationId xmlns:a16="http://schemas.microsoft.com/office/drawing/2014/main" id="{D320967A-F643-414A-89F7-93232D8AE809}"/>
              </a:ext>
            </a:extLst>
          </p:cNvPr>
          <p:cNvSpPr/>
          <p:nvPr userDrawn="1"/>
        </p:nvSpPr>
        <p:spPr>
          <a:xfrm rot="8100000">
            <a:off x="4241478" y="3899020"/>
            <a:ext cx="314434" cy="314434"/>
          </a:xfrm>
          <a:prstGeom prst="halfFrame">
            <a:avLst>
              <a:gd name="adj1" fmla="val 0"/>
              <a:gd name="adj2" fmla="val 0"/>
            </a:avLst>
          </a:prstGeom>
          <a:noFill/>
          <a:ln w="38100" cap="rnd">
            <a:gradFill>
              <a:gsLst>
                <a:gs pos="0">
                  <a:schemeClr val="accent5"/>
                </a:gs>
                <a:gs pos="67000">
                  <a:schemeClr val="accent2"/>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780129" y="1107624"/>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5385069" y="1108128"/>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5385069" y="1724741"/>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5385069" y="2768584"/>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5385069" y="3812428"/>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3" name="Текст 24">
            <a:extLst>
              <a:ext uri="{FF2B5EF4-FFF2-40B4-BE49-F238E27FC236}">
                <a16:creationId xmlns:a16="http://schemas.microsoft.com/office/drawing/2014/main" id="{0B602E1A-F69E-4A08-B334-3C0883A9F49E}"/>
              </a:ext>
            </a:extLst>
          </p:cNvPr>
          <p:cNvSpPr>
            <a:spLocks noGrp="1"/>
          </p:cNvSpPr>
          <p:nvPr>
            <p:ph type="body" sz="quarter" idx="35" hasCustomPrompt="1"/>
          </p:nvPr>
        </p:nvSpPr>
        <p:spPr>
          <a:xfrm>
            <a:off x="1780129" y="1786724"/>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74" name="Текст 24">
            <a:extLst>
              <a:ext uri="{FF2B5EF4-FFF2-40B4-BE49-F238E27FC236}">
                <a16:creationId xmlns:a16="http://schemas.microsoft.com/office/drawing/2014/main" id="{5C4FFF58-14A7-47D0-8511-85236D4A9C98}"/>
              </a:ext>
            </a:extLst>
          </p:cNvPr>
          <p:cNvSpPr>
            <a:spLocks noGrp="1"/>
          </p:cNvSpPr>
          <p:nvPr>
            <p:ph type="body" sz="quarter" idx="36" hasCustomPrompt="1"/>
          </p:nvPr>
        </p:nvSpPr>
        <p:spPr>
          <a:xfrm>
            <a:off x="1780129" y="2830567"/>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75" name="Текст 24">
            <a:extLst>
              <a:ext uri="{FF2B5EF4-FFF2-40B4-BE49-F238E27FC236}">
                <a16:creationId xmlns:a16="http://schemas.microsoft.com/office/drawing/2014/main" id="{123570D6-8759-48BD-9F05-8888CF4B4755}"/>
              </a:ext>
            </a:extLst>
          </p:cNvPr>
          <p:cNvSpPr>
            <a:spLocks noGrp="1"/>
          </p:cNvSpPr>
          <p:nvPr>
            <p:ph type="body" sz="quarter" idx="37" hasCustomPrompt="1"/>
          </p:nvPr>
        </p:nvSpPr>
        <p:spPr>
          <a:xfrm>
            <a:off x="1780129" y="3874411"/>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lvl1pPr>
              <a:defRPr>
                <a:solidFill>
                  <a:schemeClr val="tx1"/>
                </a:solidFill>
              </a:defRPr>
            </a:lvl1pPr>
          </a:lstStyle>
          <a:p>
            <a:fld id="{03D1A0BF-D385-4A72-B24F-35C80431A2AC}" type="slidenum">
              <a:rPr lang="ru-RU" smtClean="0"/>
              <a:pPr/>
              <a:t>‹#›</a:t>
            </a:fld>
            <a:endParaRPr lang="ru-RU"/>
          </a:p>
        </p:txBody>
      </p:sp>
    </p:spTree>
    <p:extLst>
      <p:ext uri="{BB962C8B-B14F-4D97-AF65-F5344CB8AC3E}">
        <p14:creationId xmlns:p14="http://schemas.microsoft.com/office/powerpoint/2010/main" val="1269526368"/>
      </p:ext>
    </p:extLst>
  </p:cSld>
  <p:clrMapOvr>
    <a:masterClrMapping/>
  </p:clrMapOvr>
  <p:transition spd="slow">
    <p:fade thruBlk="1"/>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Три плашки, два подзаголовка.2">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662755" y="1044774"/>
            <a:ext cx="7883039" cy="372059"/>
          </a:xfrm>
          <a:prstGeom prst="rect">
            <a:avLst/>
          </a:prstGeom>
          <a:solidFill>
            <a:schemeClr val="lt1"/>
          </a:solidFill>
          <a:ln>
            <a:noFill/>
          </a:ln>
          <a:effectLst>
            <a:outerShdw blurRad="317500" dist="279400" dir="2340000" sx="96000" sy="96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ED3346D-1E61-48F4-87F1-352EB49B59EA}"/>
              </a:ext>
            </a:extLst>
          </p:cNvPr>
          <p:cNvSpPr/>
          <p:nvPr userDrawn="1"/>
        </p:nvSpPr>
        <p:spPr>
          <a:xfrm>
            <a:off x="662755" y="1513436"/>
            <a:ext cx="7883039" cy="991254"/>
          </a:xfrm>
          <a:prstGeom prst="rect">
            <a:avLst/>
          </a:prstGeom>
          <a:solidFill>
            <a:schemeClr val="lt1"/>
          </a:solidFill>
          <a:ln>
            <a:noFill/>
          </a:ln>
          <a:effectLst>
            <a:outerShdw blurRad="317500" dist="279400" dir="2340000" sx="96000" sy="96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0D0C0806-41EF-4D4A-B044-3E6D460B3C74}"/>
              </a:ext>
            </a:extLst>
          </p:cNvPr>
          <p:cNvSpPr/>
          <p:nvPr userDrawn="1"/>
        </p:nvSpPr>
        <p:spPr>
          <a:xfrm>
            <a:off x="662755" y="2557279"/>
            <a:ext cx="7883039" cy="991254"/>
          </a:xfrm>
          <a:prstGeom prst="rect">
            <a:avLst/>
          </a:prstGeom>
          <a:solidFill>
            <a:schemeClr val="lt1"/>
          </a:solidFill>
          <a:ln>
            <a:noFill/>
          </a:ln>
          <a:effectLst>
            <a:outerShdw blurRad="317500" dist="279400" dir="2340000" sx="96000" sy="96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50735274-D8D0-4B93-AF95-7CA8AEFB9267}"/>
              </a:ext>
            </a:extLst>
          </p:cNvPr>
          <p:cNvSpPr/>
          <p:nvPr userDrawn="1"/>
        </p:nvSpPr>
        <p:spPr>
          <a:xfrm>
            <a:off x="662755" y="3601123"/>
            <a:ext cx="7883039" cy="991254"/>
          </a:xfrm>
          <a:prstGeom prst="rect">
            <a:avLst/>
          </a:prstGeom>
          <a:solidFill>
            <a:schemeClr val="lt1"/>
          </a:solidFill>
          <a:ln>
            <a:noFill/>
          </a:ln>
          <a:effectLst>
            <a:outerShdw blurRad="317500" dist="279400" dir="2340000" sx="96000" sy="96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lvl1pPr>
              <a:defRPr>
                <a:solidFill>
                  <a:schemeClr val="tx1"/>
                </a:solidFill>
              </a:defRPr>
            </a:lvl1pPr>
          </a:lstStyle>
          <a:p>
            <a:fld id="{03D1A0BF-D385-4A72-B24F-35C80431A2AC}" type="slidenum">
              <a:rPr lang="ru-RU" smtClean="0"/>
              <a:pPr/>
              <a:t>‹#›</a:t>
            </a:fld>
            <a:endParaRPr lang="ru-RU"/>
          </a:p>
        </p:txBody>
      </p:sp>
      <p:cxnSp>
        <p:nvCxnSpPr>
          <p:cNvPr id="23" name="Прямая соединительная линия 22">
            <a:extLst>
              <a:ext uri="{FF2B5EF4-FFF2-40B4-BE49-F238E27FC236}">
                <a16:creationId xmlns:a16="http://schemas.microsoft.com/office/drawing/2014/main" id="{44CB1364-CDE9-4AD3-A8FC-0EA7489AA74E}"/>
              </a:ext>
            </a:extLst>
          </p:cNvPr>
          <p:cNvCxnSpPr>
            <a:cxnSpLocks/>
          </p:cNvCxnSpPr>
          <p:nvPr userDrawn="1"/>
        </p:nvCxnSpPr>
        <p:spPr>
          <a:xfrm flipV="1">
            <a:off x="4572000" y="1824136"/>
            <a:ext cx="0" cy="369855"/>
          </a:xfrm>
          <a:prstGeom prst="line">
            <a:avLst/>
          </a:prstGeom>
          <a:ln w="38100" cap="rnd">
            <a:gradFill flip="none" rotWithShape="1">
              <a:gsLst>
                <a:gs pos="22000">
                  <a:schemeClr val="accent5"/>
                </a:gs>
                <a:gs pos="88000">
                  <a:schemeClr val="accent2"/>
                </a:gs>
              </a:gsLst>
              <a:lin ang="2400000" scaled="0"/>
              <a:tileRect/>
            </a:gra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a:extLst>
              <a:ext uri="{FF2B5EF4-FFF2-40B4-BE49-F238E27FC236}">
                <a16:creationId xmlns:a16="http://schemas.microsoft.com/office/drawing/2014/main" id="{6E977A7B-065B-4032-8AAB-2F0E6596E858}"/>
              </a:ext>
            </a:extLst>
          </p:cNvPr>
          <p:cNvCxnSpPr>
            <a:cxnSpLocks/>
          </p:cNvCxnSpPr>
          <p:nvPr userDrawn="1"/>
        </p:nvCxnSpPr>
        <p:spPr>
          <a:xfrm flipV="1">
            <a:off x="4572000" y="2867979"/>
            <a:ext cx="0" cy="369855"/>
          </a:xfrm>
          <a:prstGeom prst="line">
            <a:avLst/>
          </a:prstGeom>
          <a:ln w="38100" cap="rnd">
            <a:gradFill flip="none" rotWithShape="1">
              <a:gsLst>
                <a:gs pos="22000">
                  <a:schemeClr val="accent5"/>
                </a:gs>
                <a:gs pos="88000">
                  <a:schemeClr val="accent2"/>
                </a:gs>
              </a:gsLst>
              <a:lin ang="2400000" scaled="0"/>
              <a:tileRect/>
            </a:gra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a:extLst>
              <a:ext uri="{FF2B5EF4-FFF2-40B4-BE49-F238E27FC236}">
                <a16:creationId xmlns:a16="http://schemas.microsoft.com/office/drawing/2014/main" id="{081D87C3-CE6B-4A96-A568-541A7324AB57}"/>
              </a:ext>
            </a:extLst>
          </p:cNvPr>
          <p:cNvCxnSpPr>
            <a:cxnSpLocks/>
          </p:cNvCxnSpPr>
          <p:nvPr userDrawn="1"/>
        </p:nvCxnSpPr>
        <p:spPr>
          <a:xfrm flipV="1">
            <a:off x="4572000" y="3911823"/>
            <a:ext cx="0" cy="369855"/>
          </a:xfrm>
          <a:prstGeom prst="line">
            <a:avLst/>
          </a:prstGeom>
          <a:ln w="38100" cap="rnd">
            <a:gradFill flip="none" rotWithShape="1">
              <a:gsLst>
                <a:gs pos="22000">
                  <a:schemeClr val="accent5"/>
                </a:gs>
                <a:gs pos="88000">
                  <a:schemeClr val="accent2"/>
                </a:gs>
              </a:gsLst>
              <a:lin ang="2400000" scaled="0"/>
              <a:tileRect/>
            </a:gradFill>
          </a:ln>
        </p:spPr>
        <p:style>
          <a:lnRef idx="1">
            <a:schemeClr val="accent1"/>
          </a:lnRef>
          <a:fillRef idx="0">
            <a:schemeClr val="accent1"/>
          </a:fillRef>
          <a:effectRef idx="0">
            <a:schemeClr val="accent1"/>
          </a:effectRef>
          <a:fontRef idx="minor">
            <a:schemeClr val="tx1"/>
          </a:fontRef>
        </p:style>
      </p:cxnSp>
      <p:sp>
        <p:nvSpPr>
          <p:cNvPr id="26" name="Текст 37">
            <a:extLst>
              <a:ext uri="{FF2B5EF4-FFF2-40B4-BE49-F238E27FC236}">
                <a16:creationId xmlns:a16="http://schemas.microsoft.com/office/drawing/2014/main" id="{C8330EDC-F4EC-4633-A9EA-81BA0E731348}"/>
              </a:ext>
            </a:extLst>
          </p:cNvPr>
          <p:cNvSpPr>
            <a:spLocks noGrp="1"/>
          </p:cNvSpPr>
          <p:nvPr>
            <p:ph type="body" sz="quarter" idx="10" hasCustomPrompt="1"/>
          </p:nvPr>
        </p:nvSpPr>
        <p:spPr>
          <a:xfrm>
            <a:off x="1214194" y="1107624"/>
            <a:ext cx="2896333" cy="230821"/>
          </a:xfrm>
          <a:prstGeom prst="rect">
            <a:avLst/>
          </a:prstGeom>
        </p:spPr>
        <p:txBody>
          <a:bodyPr anchor="ctr">
            <a:normAutofit/>
          </a:bodyPr>
          <a:lstStyle>
            <a:lvl1pPr marL="0" indent="0">
              <a:lnSpc>
                <a:spcPct val="100000"/>
              </a:lnSpc>
              <a:spcBef>
                <a:spcPts val="0"/>
              </a:spcBef>
              <a:buNone/>
              <a:defRPr sz="1400">
                <a:solidFill>
                  <a:schemeClr val="bg2"/>
                </a:solidFill>
                <a:latin typeface="Arial Black" panose="020B0A04020102020204" pitchFamily="34" charset="0"/>
              </a:defRPr>
            </a:lvl1pPr>
          </a:lstStyle>
          <a:p>
            <a:pPr lvl="0"/>
            <a:r>
              <a:rPr lang="ru-RU" dirty="0"/>
              <a:t>ДЛИННЫЙ ЗАГОЛОВОК</a:t>
            </a:r>
          </a:p>
        </p:txBody>
      </p:sp>
      <p:sp>
        <p:nvSpPr>
          <p:cNvPr id="27" name="Текст 37">
            <a:extLst>
              <a:ext uri="{FF2B5EF4-FFF2-40B4-BE49-F238E27FC236}">
                <a16:creationId xmlns:a16="http://schemas.microsoft.com/office/drawing/2014/main" id="{56C39BAE-09E8-4A7A-8497-0ADCAA4509DF}"/>
              </a:ext>
            </a:extLst>
          </p:cNvPr>
          <p:cNvSpPr>
            <a:spLocks noGrp="1"/>
          </p:cNvSpPr>
          <p:nvPr>
            <p:ph type="body" sz="quarter" idx="11" hasCustomPrompt="1"/>
          </p:nvPr>
        </p:nvSpPr>
        <p:spPr>
          <a:xfrm>
            <a:off x="5312894" y="1108128"/>
            <a:ext cx="2694516" cy="230821"/>
          </a:xfrm>
          <a:prstGeom prst="rect">
            <a:avLst/>
          </a:prstGeom>
        </p:spPr>
        <p:txBody>
          <a:bodyPr anchor="ctr">
            <a:normAutofit/>
          </a:bodyPr>
          <a:lstStyle>
            <a:lvl1pPr marL="0" indent="0">
              <a:lnSpc>
                <a:spcPct val="100000"/>
              </a:lnSpc>
              <a:spcBef>
                <a:spcPts val="0"/>
              </a:spcBef>
              <a:buNone/>
              <a:defRPr sz="1400">
                <a:solidFill>
                  <a:schemeClr val="bg2"/>
                </a:solidFill>
                <a:latin typeface="Arial Black" panose="020B0A04020102020204" pitchFamily="34" charset="0"/>
              </a:defRPr>
            </a:lvl1pPr>
          </a:lstStyle>
          <a:p>
            <a:pPr lvl="0"/>
            <a:r>
              <a:rPr lang="ru-RU" dirty="0"/>
              <a:t>ДЛИННЫЙ ЗАГОЛОВОК</a:t>
            </a:r>
          </a:p>
        </p:txBody>
      </p:sp>
      <p:sp>
        <p:nvSpPr>
          <p:cNvPr id="28" name="Текст 24">
            <a:extLst>
              <a:ext uri="{FF2B5EF4-FFF2-40B4-BE49-F238E27FC236}">
                <a16:creationId xmlns:a16="http://schemas.microsoft.com/office/drawing/2014/main" id="{D33D6D72-A3F5-442A-AE3C-C1A7F3861B46}"/>
              </a:ext>
            </a:extLst>
          </p:cNvPr>
          <p:cNvSpPr>
            <a:spLocks noGrp="1"/>
          </p:cNvSpPr>
          <p:nvPr>
            <p:ph type="body" sz="quarter" idx="35" hasCustomPrompt="1"/>
          </p:nvPr>
        </p:nvSpPr>
        <p:spPr>
          <a:xfrm>
            <a:off x="1634847" y="1786724"/>
            <a:ext cx="2241550" cy="444678"/>
          </a:xfrm>
          <a:prstGeom prst="rect">
            <a:avLst/>
          </a:prstGeom>
        </p:spPr>
        <p:txBody>
          <a:bodyPr anchor="ctr"/>
          <a:lstStyle>
            <a:lvl1pPr marL="0" indent="0">
              <a:lnSpc>
                <a:spcPct val="100000"/>
              </a:lnSpc>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29" name="Текст 24">
            <a:extLst>
              <a:ext uri="{FF2B5EF4-FFF2-40B4-BE49-F238E27FC236}">
                <a16:creationId xmlns:a16="http://schemas.microsoft.com/office/drawing/2014/main" id="{449D533D-AE3E-49BA-A0CA-D567512D4DE3}"/>
              </a:ext>
            </a:extLst>
          </p:cNvPr>
          <p:cNvSpPr>
            <a:spLocks noGrp="1"/>
          </p:cNvSpPr>
          <p:nvPr>
            <p:ph type="body" sz="quarter" idx="36" hasCustomPrompt="1"/>
          </p:nvPr>
        </p:nvSpPr>
        <p:spPr>
          <a:xfrm>
            <a:off x="1634847" y="2830567"/>
            <a:ext cx="2241550" cy="444678"/>
          </a:xfrm>
          <a:prstGeom prst="rect">
            <a:avLst/>
          </a:prstGeom>
        </p:spPr>
        <p:txBody>
          <a:bodyPr anchor="ctr"/>
          <a:lstStyle>
            <a:lvl1pPr marL="0" indent="0">
              <a:lnSpc>
                <a:spcPct val="100000"/>
              </a:lnSpc>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30" name="Текст 24">
            <a:extLst>
              <a:ext uri="{FF2B5EF4-FFF2-40B4-BE49-F238E27FC236}">
                <a16:creationId xmlns:a16="http://schemas.microsoft.com/office/drawing/2014/main" id="{8737A2B6-1446-4B11-B28A-4BE9A6614B6F}"/>
              </a:ext>
            </a:extLst>
          </p:cNvPr>
          <p:cNvSpPr>
            <a:spLocks noGrp="1"/>
          </p:cNvSpPr>
          <p:nvPr>
            <p:ph type="body" sz="quarter" idx="37" hasCustomPrompt="1"/>
          </p:nvPr>
        </p:nvSpPr>
        <p:spPr>
          <a:xfrm>
            <a:off x="1634847" y="3874411"/>
            <a:ext cx="2241550" cy="444678"/>
          </a:xfrm>
          <a:prstGeom prst="rect">
            <a:avLst/>
          </a:prstGeom>
        </p:spPr>
        <p:txBody>
          <a:bodyPr anchor="ctr"/>
          <a:lstStyle>
            <a:lvl1pPr marL="0" indent="0">
              <a:lnSpc>
                <a:spcPct val="100000"/>
              </a:lnSpc>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31" name="Текст 24">
            <a:extLst>
              <a:ext uri="{FF2B5EF4-FFF2-40B4-BE49-F238E27FC236}">
                <a16:creationId xmlns:a16="http://schemas.microsoft.com/office/drawing/2014/main" id="{9FF889CE-5819-41FB-A3EB-CD2CD9EE034A}"/>
              </a:ext>
            </a:extLst>
          </p:cNvPr>
          <p:cNvSpPr>
            <a:spLocks noGrp="1"/>
          </p:cNvSpPr>
          <p:nvPr>
            <p:ph type="body" sz="quarter" idx="45" hasCustomPrompt="1"/>
          </p:nvPr>
        </p:nvSpPr>
        <p:spPr>
          <a:xfrm>
            <a:off x="5658538" y="1786724"/>
            <a:ext cx="2241550" cy="444678"/>
          </a:xfrm>
          <a:prstGeom prst="rect">
            <a:avLst/>
          </a:prstGeom>
        </p:spPr>
        <p:txBody>
          <a:bodyPr anchor="ctr"/>
          <a:lstStyle>
            <a:lvl1pPr marL="0" indent="0">
              <a:lnSpc>
                <a:spcPct val="100000"/>
              </a:lnSpc>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32" name="Текст 24">
            <a:extLst>
              <a:ext uri="{FF2B5EF4-FFF2-40B4-BE49-F238E27FC236}">
                <a16:creationId xmlns:a16="http://schemas.microsoft.com/office/drawing/2014/main" id="{B01D0634-0CDC-4898-A4BF-48A08E0E93CA}"/>
              </a:ext>
            </a:extLst>
          </p:cNvPr>
          <p:cNvSpPr>
            <a:spLocks noGrp="1"/>
          </p:cNvSpPr>
          <p:nvPr>
            <p:ph type="body" sz="quarter" idx="46" hasCustomPrompt="1"/>
          </p:nvPr>
        </p:nvSpPr>
        <p:spPr>
          <a:xfrm>
            <a:off x="5658538" y="2830567"/>
            <a:ext cx="2241550" cy="444678"/>
          </a:xfrm>
          <a:prstGeom prst="rect">
            <a:avLst/>
          </a:prstGeom>
        </p:spPr>
        <p:txBody>
          <a:bodyPr anchor="ctr"/>
          <a:lstStyle>
            <a:lvl1pPr marL="0" indent="0">
              <a:lnSpc>
                <a:spcPct val="100000"/>
              </a:lnSpc>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33" name="Текст 24">
            <a:extLst>
              <a:ext uri="{FF2B5EF4-FFF2-40B4-BE49-F238E27FC236}">
                <a16:creationId xmlns:a16="http://schemas.microsoft.com/office/drawing/2014/main" id="{0E352E3A-D74C-44D9-8BCF-0CB88FA023D6}"/>
              </a:ext>
            </a:extLst>
          </p:cNvPr>
          <p:cNvSpPr>
            <a:spLocks noGrp="1"/>
          </p:cNvSpPr>
          <p:nvPr>
            <p:ph type="body" sz="quarter" idx="47" hasCustomPrompt="1"/>
          </p:nvPr>
        </p:nvSpPr>
        <p:spPr>
          <a:xfrm>
            <a:off x="5658538" y="3874411"/>
            <a:ext cx="2241550" cy="444678"/>
          </a:xfrm>
          <a:prstGeom prst="rect">
            <a:avLst/>
          </a:prstGeom>
        </p:spPr>
        <p:txBody>
          <a:bodyPr anchor="ctr"/>
          <a:lstStyle>
            <a:lvl1pPr marL="0" indent="0">
              <a:lnSpc>
                <a:spcPct val="100000"/>
              </a:lnSpc>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Tree>
    <p:extLst>
      <p:ext uri="{BB962C8B-B14F-4D97-AF65-F5344CB8AC3E}">
        <p14:creationId xmlns:p14="http://schemas.microsoft.com/office/powerpoint/2010/main" val="393539201"/>
      </p:ext>
    </p:extLst>
  </p:cSld>
  <p:clrMapOvr>
    <a:masterClrMapping/>
  </p:clrMapOvr>
  <p:transition spd="slow">
    <p:fade thruBlk="1"/>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Макет с большой иконкой на фоне.">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6" name="Рисунок 5">
            <a:extLst>
              <a:ext uri="{FF2B5EF4-FFF2-40B4-BE49-F238E27FC236}">
                <a16:creationId xmlns:a16="http://schemas.microsoft.com/office/drawing/2014/main" id="{22A377C0-2B26-424F-B8A6-025414610D02}"/>
              </a:ext>
            </a:extLst>
          </p:cNvPr>
          <p:cNvSpPr>
            <a:spLocks noGrp="1"/>
          </p:cNvSpPr>
          <p:nvPr>
            <p:ph type="pic" sz="quarter" idx="45"/>
          </p:nvPr>
        </p:nvSpPr>
        <p:spPr>
          <a:xfrm>
            <a:off x="5901661" y="1923603"/>
            <a:ext cx="3124200" cy="3124200"/>
          </a:xfrm>
          <a:prstGeom prst="rect">
            <a:avLst/>
          </a:prstGeom>
        </p:spPr>
        <p:txBody>
          <a:bodyPr/>
          <a:lstStyle>
            <a:lvl1pPr marL="0" indent="0" algn="r">
              <a:buNone/>
              <a:defRPr sz="900">
                <a:solidFill>
                  <a:schemeClr val="bg1"/>
                </a:solidFill>
              </a:defRPr>
            </a:lvl1pPr>
          </a:lstStyle>
          <a:p>
            <a:endParaRPr lang="ru-RU" dirty="0"/>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a:p>
        </p:txBody>
      </p:sp>
      <p:sp>
        <p:nvSpPr>
          <p:cNvPr id="12" name="Текст 37">
            <a:extLst>
              <a:ext uri="{FF2B5EF4-FFF2-40B4-BE49-F238E27FC236}">
                <a16:creationId xmlns:a16="http://schemas.microsoft.com/office/drawing/2014/main" id="{3D32926E-B340-4BB7-952F-E4D4D94CF1EC}"/>
              </a:ext>
            </a:extLst>
          </p:cNvPr>
          <p:cNvSpPr>
            <a:spLocks noGrp="1"/>
          </p:cNvSpPr>
          <p:nvPr>
            <p:ph type="body" sz="quarter" idx="10" hasCustomPrompt="1"/>
          </p:nvPr>
        </p:nvSpPr>
        <p:spPr>
          <a:xfrm>
            <a:off x="1748663" y="1211772"/>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13" name="Текст 5">
            <a:extLst>
              <a:ext uri="{FF2B5EF4-FFF2-40B4-BE49-F238E27FC236}">
                <a16:creationId xmlns:a16="http://schemas.microsoft.com/office/drawing/2014/main" id="{3D9806A3-336F-4A5B-A8DB-E38F5FC7B41D}"/>
              </a:ext>
            </a:extLst>
          </p:cNvPr>
          <p:cNvSpPr>
            <a:spLocks noGrp="1"/>
          </p:cNvSpPr>
          <p:nvPr>
            <p:ph type="body" sz="quarter" idx="25" hasCustomPrompt="1"/>
          </p:nvPr>
        </p:nvSpPr>
        <p:spPr>
          <a:xfrm>
            <a:off x="1741176" y="1489846"/>
            <a:ext cx="3124199"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14" name="Текст 37">
            <a:extLst>
              <a:ext uri="{FF2B5EF4-FFF2-40B4-BE49-F238E27FC236}">
                <a16:creationId xmlns:a16="http://schemas.microsoft.com/office/drawing/2014/main" id="{98FE5146-7874-416C-B7BA-F2C3CC36005B}"/>
              </a:ext>
            </a:extLst>
          </p:cNvPr>
          <p:cNvSpPr>
            <a:spLocks noGrp="1"/>
          </p:cNvSpPr>
          <p:nvPr>
            <p:ph type="body" sz="quarter" idx="50" hasCustomPrompt="1"/>
          </p:nvPr>
        </p:nvSpPr>
        <p:spPr>
          <a:xfrm>
            <a:off x="1763637" y="3774936"/>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15" name="Текст 5">
            <a:extLst>
              <a:ext uri="{FF2B5EF4-FFF2-40B4-BE49-F238E27FC236}">
                <a16:creationId xmlns:a16="http://schemas.microsoft.com/office/drawing/2014/main" id="{23134B39-6833-4D2E-AACA-7B236C4A3090}"/>
              </a:ext>
            </a:extLst>
          </p:cNvPr>
          <p:cNvSpPr>
            <a:spLocks noGrp="1"/>
          </p:cNvSpPr>
          <p:nvPr>
            <p:ph type="body" sz="quarter" idx="51" hasCustomPrompt="1"/>
          </p:nvPr>
        </p:nvSpPr>
        <p:spPr>
          <a:xfrm>
            <a:off x="1756150" y="4053010"/>
            <a:ext cx="3124199"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16" name="Текст 37">
            <a:extLst>
              <a:ext uri="{FF2B5EF4-FFF2-40B4-BE49-F238E27FC236}">
                <a16:creationId xmlns:a16="http://schemas.microsoft.com/office/drawing/2014/main" id="{3A002997-E5F1-45D2-AE70-AEBEDA02CF5D}"/>
              </a:ext>
            </a:extLst>
          </p:cNvPr>
          <p:cNvSpPr>
            <a:spLocks noGrp="1"/>
          </p:cNvSpPr>
          <p:nvPr>
            <p:ph type="body" sz="quarter" idx="48" hasCustomPrompt="1"/>
          </p:nvPr>
        </p:nvSpPr>
        <p:spPr>
          <a:xfrm>
            <a:off x="1756150" y="2465027"/>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17" name="Текст 5">
            <a:extLst>
              <a:ext uri="{FF2B5EF4-FFF2-40B4-BE49-F238E27FC236}">
                <a16:creationId xmlns:a16="http://schemas.microsoft.com/office/drawing/2014/main" id="{B8054A75-32AA-4F2D-923B-99DB73F519BC}"/>
              </a:ext>
            </a:extLst>
          </p:cNvPr>
          <p:cNvSpPr>
            <a:spLocks noGrp="1"/>
          </p:cNvSpPr>
          <p:nvPr>
            <p:ph type="body" sz="quarter" idx="49" hasCustomPrompt="1"/>
          </p:nvPr>
        </p:nvSpPr>
        <p:spPr>
          <a:xfrm>
            <a:off x="1748663" y="2743101"/>
            <a:ext cx="3124199"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Tree>
    <p:extLst>
      <p:ext uri="{BB962C8B-B14F-4D97-AF65-F5344CB8AC3E}">
        <p14:creationId xmlns:p14="http://schemas.microsoft.com/office/powerpoint/2010/main" val="3107965910"/>
      </p:ext>
    </p:extLst>
  </p:cSld>
  <p:clrMapOvr>
    <a:masterClrMapping/>
  </p:clrMapOvr>
  <p:transition spd="slow">
    <p:fade thruBlk="1"/>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Макет с большой иконкой на фоне. 2">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6" name="Рисунок 5">
            <a:extLst>
              <a:ext uri="{FF2B5EF4-FFF2-40B4-BE49-F238E27FC236}">
                <a16:creationId xmlns:a16="http://schemas.microsoft.com/office/drawing/2014/main" id="{22A377C0-2B26-424F-B8A6-025414610D02}"/>
              </a:ext>
            </a:extLst>
          </p:cNvPr>
          <p:cNvSpPr>
            <a:spLocks noGrp="1"/>
          </p:cNvSpPr>
          <p:nvPr>
            <p:ph type="pic" sz="quarter" idx="45"/>
          </p:nvPr>
        </p:nvSpPr>
        <p:spPr>
          <a:xfrm>
            <a:off x="5901661" y="1923603"/>
            <a:ext cx="3124200" cy="3124200"/>
          </a:xfrm>
          <a:prstGeom prst="rect">
            <a:avLst/>
          </a:prstGeom>
        </p:spPr>
        <p:txBody>
          <a:bodyPr/>
          <a:lstStyle>
            <a:lvl1pPr marL="0" indent="0" algn="r">
              <a:buNone/>
              <a:defRPr sz="900">
                <a:solidFill>
                  <a:schemeClr val="bg1"/>
                </a:solidFill>
              </a:defRPr>
            </a:lvl1pPr>
          </a:lstStyle>
          <a:p>
            <a:endParaRPr lang="ru-RU" dirty="0"/>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209387" y="1107624"/>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4814327" y="1108128"/>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814327" y="1724741"/>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4814327" y="2768584"/>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4814327" y="3812428"/>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3" name="Текст 24">
            <a:extLst>
              <a:ext uri="{FF2B5EF4-FFF2-40B4-BE49-F238E27FC236}">
                <a16:creationId xmlns:a16="http://schemas.microsoft.com/office/drawing/2014/main" id="{0B602E1A-F69E-4A08-B334-3C0883A9F49E}"/>
              </a:ext>
            </a:extLst>
          </p:cNvPr>
          <p:cNvSpPr>
            <a:spLocks noGrp="1"/>
          </p:cNvSpPr>
          <p:nvPr>
            <p:ph type="body" sz="quarter" idx="35" hasCustomPrompt="1"/>
          </p:nvPr>
        </p:nvSpPr>
        <p:spPr>
          <a:xfrm>
            <a:off x="1209387" y="1786724"/>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74" name="Текст 24">
            <a:extLst>
              <a:ext uri="{FF2B5EF4-FFF2-40B4-BE49-F238E27FC236}">
                <a16:creationId xmlns:a16="http://schemas.microsoft.com/office/drawing/2014/main" id="{5C4FFF58-14A7-47D0-8511-85236D4A9C98}"/>
              </a:ext>
            </a:extLst>
          </p:cNvPr>
          <p:cNvSpPr>
            <a:spLocks noGrp="1"/>
          </p:cNvSpPr>
          <p:nvPr>
            <p:ph type="body" sz="quarter" idx="36" hasCustomPrompt="1"/>
          </p:nvPr>
        </p:nvSpPr>
        <p:spPr>
          <a:xfrm>
            <a:off x="1209387" y="2830567"/>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75" name="Текст 24">
            <a:extLst>
              <a:ext uri="{FF2B5EF4-FFF2-40B4-BE49-F238E27FC236}">
                <a16:creationId xmlns:a16="http://schemas.microsoft.com/office/drawing/2014/main" id="{123570D6-8759-48BD-9F05-8888CF4B4755}"/>
              </a:ext>
            </a:extLst>
          </p:cNvPr>
          <p:cNvSpPr>
            <a:spLocks noGrp="1"/>
          </p:cNvSpPr>
          <p:nvPr>
            <p:ph type="body" sz="quarter" idx="37" hasCustomPrompt="1"/>
          </p:nvPr>
        </p:nvSpPr>
        <p:spPr>
          <a:xfrm>
            <a:off x="1209387" y="3874411"/>
            <a:ext cx="2241550" cy="444678"/>
          </a:xfrm>
          <a:prstGeom prst="rect">
            <a:avLst/>
          </a:prstGeom>
        </p:spPr>
        <p:txBody>
          <a:bodyPr anchor="ctr"/>
          <a:lstStyle>
            <a:lvl1pPr marL="0" indent="0">
              <a:spcBef>
                <a:spcPts val="0"/>
              </a:spcBef>
              <a:buNone/>
              <a:defRPr sz="1200" b="1">
                <a:solidFill>
                  <a:schemeClr val="bg2"/>
                </a:solidFill>
              </a:defRPr>
            </a:lvl1pPr>
          </a:lstStyle>
          <a:p>
            <a:pPr lvl="0"/>
            <a:r>
              <a:rPr lang="ru-RU" dirty="0"/>
              <a:t>Длинный подзаголовок</a:t>
            </a:r>
            <a:br>
              <a:rPr lang="ru-RU" dirty="0"/>
            </a:br>
            <a:r>
              <a:rPr lang="ru-RU" dirty="0"/>
              <a:t>в несколько строчек</a:t>
            </a:r>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dirty="0"/>
          </a:p>
        </p:txBody>
      </p:sp>
    </p:spTree>
    <p:extLst>
      <p:ext uri="{BB962C8B-B14F-4D97-AF65-F5344CB8AC3E}">
        <p14:creationId xmlns:p14="http://schemas.microsoft.com/office/powerpoint/2010/main" val="1847047810"/>
      </p:ext>
    </p:extLst>
  </p:cSld>
  <p:clrMapOvr>
    <a:masterClrMapping/>
  </p:clrMapOvr>
  <p:transition spd="slow">
    <p:fade thruBlk="1"/>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Таймлайн со стрелочками.">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510333" y="943676"/>
            <a:ext cx="1310139" cy="454437"/>
          </a:xfrm>
          <a:prstGeom prst="rect">
            <a:avLst/>
          </a:prstGeom>
        </p:spPr>
        <p:txBody>
          <a:bodyPr anchor="ctr">
            <a:normAutofit/>
          </a:bodyPr>
          <a:lstStyle>
            <a:lvl1pPr marL="0" indent="0">
              <a:spcBef>
                <a:spcPts val="0"/>
              </a:spcBef>
              <a:buNone/>
              <a:defRPr sz="900">
                <a:solidFill>
                  <a:schemeClr val="bg2"/>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p>
            <a:fld id="{03D1A0BF-D385-4A72-B24F-35C80431A2AC}" type="slidenum">
              <a:rPr lang="ru-RU" smtClean="0"/>
              <a:pPr/>
              <a:t>‹#›</a:t>
            </a:fld>
            <a:endParaRPr lang="ru-RU"/>
          </a:p>
        </p:txBody>
      </p:sp>
      <p:cxnSp>
        <p:nvCxnSpPr>
          <p:cNvPr id="27" name="Прямая соединительная линия 26">
            <a:extLst>
              <a:ext uri="{FF2B5EF4-FFF2-40B4-BE49-F238E27FC236}">
                <a16:creationId xmlns:a16="http://schemas.microsoft.com/office/drawing/2014/main" id="{A7B4B55D-81FC-4497-AFAE-48FDFD746E6C}"/>
              </a:ext>
            </a:extLst>
          </p:cNvPr>
          <p:cNvCxnSpPr>
            <a:cxnSpLocks/>
          </p:cNvCxnSpPr>
          <p:nvPr userDrawn="1"/>
        </p:nvCxnSpPr>
        <p:spPr>
          <a:xfrm flipV="1">
            <a:off x="1227498" y="1488697"/>
            <a:ext cx="0" cy="712515"/>
          </a:xfrm>
          <a:prstGeom prst="line">
            <a:avLst/>
          </a:prstGeom>
          <a:ln w="38100" cap="rnd">
            <a:solidFill>
              <a:srgbClr val="AA5AFF"/>
            </a:solidFill>
          </a:ln>
        </p:spPr>
        <p:style>
          <a:lnRef idx="1">
            <a:schemeClr val="accent1"/>
          </a:lnRef>
          <a:fillRef idx="0">
            <a:schemeClr val="accent1"/>
          </a:fillRef>
          <a:effectRef idx="0">
            <a:schemeClr val="accent1"/>
          </a:effectRef>
          <a:fontRef idx="minor">
            <a:schemeClr val="tx1"/>
          </a:fontRef>
        </p:style>
      </p:cxnSp>
      <p:sp>
        <p:nvSpPr>
          <p:cNvPr id="28" name="Половина рамки 27">
            <a:extLst>
              <a:ext uri="{FF2B5EF4-FFF2-40B4-BE49-F238E27FC236}">
                <a16:creationId xmlns:a16="http://schemas.microsoft.com/office/drawing/2014/main" id="{53E757F2-798A-4FD0-A2EF-4CD670FE00B7}"/>
              </a:ext>
            </a:extLst>
          </p:cNvPr>
          <p:cNvSpPr/>
          <p:nvPr userDrawn="1"/>
        </p:nvSpPr>
        <p:spPr>
          <a:xfrm rot="8100000">
            <a:off x="1811404" y="1050252"/>
            <a:ext cx="177659" cy="177659"/>
          </a:xfrm>
          <a:prstGeom prst="halfFrame">
            <a:avLst>
              <a:gd name="adj1" fmla="val 0"/>
              <a:gd name="adj2" fmla="val 0"/>
            </a:avLst>
          </a:prstGeom>
          <a:noFill/>
          <a:ln w="38100" cap="rnd">
            <a:solidFill>
              <a:schemeClr val="accent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29" name="Половина рамки 28">
            <a:extLst>
              <a:ext uri="{FF2B5EF4-FFF2-40B4-BE49-F238E27FC236}">
                <a16:creationId xmlns:a16="http://schemas.microsoft.com/office/drawing/2014/main" id="{0A3916C8-034E-4D98-8EE8-EF48D1D46D4B}"/>
              </a:ext>
            </a:extLst>
          </p:cNvPr>
          <p:cNvSpPr/>
          <p:nvPr userDrawn="1"/>
        </p:nvSpPr>
        <p:spPr>
          <a:xfrm rot="8100000">
            <a:off x="3348895" y="1050252"/>
            <a:ext cx="177659" cy="177659"/>
          </a:xfrm>
          <a:prstGeom prst="halfFrame">
            <a:avLst>
              <a:gd name="adj1" fmla="val 0"/>
              <a:gd name="adj2" fmla="val 0"/>
            </a:avLst>
          </a:prstGeom>
          <a:noFill/>
          <a:ln w="38100" cap="rnd">
            <a:solidFill>
              <a:srgbClr val="9C77E8"/>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0" name="Половина рамки 29">
            <a:extLst>
              <a:ext uri="{FF2B5EF4-FFF2-40B4-BE49-F238E27FC236}">
                <a16:creationId xmlns:a16="http://schemas.microsoft.com/office/drawing/2014/main" id="{1D873DEF-F248-4A95-8A76-BD4C065EC643}"/>
              </a:ext>
            </a:extLst>
          </p:cNvPr>
          <p:cNvSpPr/>
          <p:nvPr userDrawn="1"/>
        </p:nvSpPr>
        <p:spPr>
          <a:xfrm rot="8100000">
            <a:off x="4991604" y="1050252"/>
            <a:ext cx="177659" cy="177659"/>
          </a:xfrm>
          <a:prstGeom prst="halfFrame">
            <a:avLst>
              <a:gd name="adj1" fmla="val 0"/>
              <a:gd name="adj2" fmla="val 0"/>
            </a:avLst>
          </a:prstGeom>
          <a:noFill/>
          <a:ln w="38100" cap="rnd">
            <a:solidFill>
              <a:srgbClr val="7B96C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1" name="Половина рамки 30">
            <a:extLst>
              <a:ext uri="{FF2B5EF4-FFF2-40B4-BE49-F238E27FC236}">
                <a16:creationId xmlns:a16="http://schemas.microsoft.com/office/drawing/2014/main" id="{62B5C8D3-2D39-4D49-86C2-C84183574C01}"/>
              </a:ext>
            </a:extLst>
          </p:cNvPr>
          <p:cNvSpPr/>
          <p:nvPr userDrawn="1"/>
        </p:nvSpPr>
        <p:spPr>
          <a:xfrm rot="8100000">
            <a:off x="6664643" y="1050252"/>
            <a:ext cx="177659" cy="177659"/>
          </a:xfrm>
          <a:prstGeom prst="halfFrame">
            <a:avLst>
              <a:gd name="adj1" fmla="val 0"/>
              <a:gd name="adj2" fmla="val 0"/>
            </a:avLst>
          </a:prstGeom>
          <a:noFill/>
          <a:ln w="38100" cap="rnd">
            <a:solidFill>
              <a:srgbClr val="50D398"/>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2" name="Половина рамки 31">
            <a:extLst>
              <a:ext uri="{FF2B5EF4-FFF2-40B4-BE49-F238E27FC236}">
                <a16:creationId xmlns:a16="http://schemas.microsoft.com/office/drawing/2014/main" id="{360BE78E-FFE2-48F5-ACCD-2D78BB2638E0}"/>
              </a:ext>
            </a:extLst>
          </p:cNvPr>
          <p:cNvSpPr/>
          <p:nvPr userDrawn="1"/>
        </p:nvSpPr>
        <p:spPr>
          <a:xfrm rot="8100000">
            <a:off x="8312251" y="1050252"/>
            <a:ext cx="177659" cy="177659"/>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cxnSp>
        <p:nvCxnSpPr>
          <p:cNvPr id="33" name="Прямая соединительная линия 32">
            <a:extLst>
              <a:ext uri="{FF2B5EF4-FFF2-40B4-BE49-F238E27FC236}">
                <a16:creationId xmlns:a16="http://schemas.microsoft.com/office/drawing/2014/main" id="{7FF543D9-5CA1-4E4B-82A2-9EF9492EDB28}"/>
              </a:ext>
            </a:extLst>
          </p:cNvPr>
          <p:cNvCxnSpPr>
            <a:cxnSpLocks/>
          </p:cNvCxnSpPr>
          <p:nvPr userDrawn="1"/>
        </p:nvCxnSpPr>
        <p:spPr>
          <a:xfrm flipV="1">
            <a:off x="2792578" y="1488697"/>
            <a:ext cx="0" cy="712515"/>
          </a:xfrm>
          <a:prstGeom prst="line">
            <a:avLst/>
          </a:prstGeom>
          <a:ln w="38100" cap="rnd">
            <a:solidFill>
              <a:srgbClr val="9C77E8"/>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7ADBBE15-6136-49EB-A45A-FFE1473027C1}"/>
              </a:ext>
            </a:extLst>
          </p:cNvPr>
          <p:cNvCxnSpPr>
            <a:cxnSpLocks/>
          </p:cNvCxnSpPr>
          <p:nvPr userDrawn="1"/>
        </p:nvCxnSpPr>
        <p:spPr>
          <a:xfrm flipV="1">
            <a:off x="4395345" y="1488696"/>
            <a:ext cx="0" cy="712516"/>
          </a:xfrm>
          <a:prstGeom prst="line">
            <a:avLst/>
          </a:prstGeom>
          <a:ln w="38100" cap="rnd">
            <a:solidFill>
              <a:srgbClr val="7B96C5"/>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a:extLst>
              <a:ext uri="{FF2B5EF4-FFF2-40B4-BE49-F238E27FC236}">
                <a16:creationId xmlns:a16="http://schemas.microsoft.com/office/drawing/2014/main" id="{E961AA74-41AE-4ADF-9D50-B2FBFF2E38AF}"/>
              </a:ext>
            </a:extLst>
          </p:cNvPr>
          <p:cNvCxnSpPr>
            <a:cxnSpLocks/>
          </p:cNvCxnSpPr>
          <p:nvPr userDrawn="1"/>
        </p:nvCxnSpPr>
        <p:spPr>
          <a:xfrm flipV="1">
            <a:off x="6076194" y="1488697"/>
            <a:ext cx="0" cy="712515"/>
          </a:xfrm>
          <a:prstGeom prst="line">
            <a:avLst/>
          </a:prstGeom>
          <a:ln w="38100" cap="rnd">
            <a:solidFill>
              <a:srgbClr val="50D398"/>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a:extLst>
              <a:ext uri="{FF2B5EF4-FFF2-40B4-BE49-F238E27FC236}">
                <a16:creationId xmlns:a16="http://schemas.microsoft.com/office/drawing/2014/main" id="{FDA59C62-AA1B-4685-9B01-A7E39186C5A4}"/>
              </a:ext>
            </a:extLst>
          </p:cNvPr>
          <p:cNvCxnSpPr>
            <a:cxnSpLocks/>
          </p:cNvCxnSpPr>
          <p:nvPr userDrawn="1"/>
        </p:nvCxnSpPr>
        <p:spPr>
          <a:xfrm flipV="1">
            <a:off x="7745835" y="1488696"/>
            <a:ext cx="0" cy="712516"/>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a:extLst>
              <a:ext uri="{FF2B5EF4-FFF2-40B4-BE49-F238E27FC236}">
                <a16:creationId xmlns:a16="http://schemas.microsoft.com/office/drawing/2014/main" id="{CE158DC4-4950-4EEF-B95C-19748298EA16}"/>
              </a:ext>
            </a:extLst>
          </p:cNvPr>
          <p:cNvCxnSpPr>
            <a:cxnSpLocks/>
          </p:cNvCxnSpPr>
          <p:nvPr userDrawn="1"/>
        </p:nvCxnSpPr>
        <p:spPr>
          <a:xfrm>
            <a:off x="453182" y="1488695"/>
            <a:ext cx="8229554" cy="0"/>
          </a:xfrm>
          <a:prstGeom prst="line">
            <a:avLst/>
          </a:prstGeom>
          <a:ln w="38100" cap="rnd">
            <a:gradFill flip="none" rotWithShape="1">
              <a:gsLst>
                <a:gs pos="0">
                  <a:schemeClr val="accent5"/>
                </a:gs>
                <a:gs pos="100000">
                  <a:schemeClr val="accent2"/>
                </a:gs>
              </a:gsLst>
              <a:lin ang="19200000" scaled="0"/>
              <a:tileRect/>
            </a:gradFill>
          </a:ln>
        </p:spPr>
        <p:style>
          <a:lnRef idx="1">
            <a:schemeClr val="accent1"/>
          </a:lnRef>
          <a:fillRef idx="0">
            <a:schemeClr val="accent1"/>
          </a:fillRef>
          <a:effectRef idx="0">
            <a:schemeClr val="accent1"/>
          </a:effectRef>
          <a:fontRef idx="minor">
            <a:schemeClr val="tx1"/>
          </a:fontRef>
        </p:style>
      </p:cxnSp>
      <p:sp>
        <p:nvSpPr>
          <p:cNvPr id="39" name="Текст 37">
            <a:extLst>
              <a:ext uri="{FF2B5EF4-FFF2-40B4-BE49-F238E27FC236}">
                <a16:creationId xmlns:a16="http://schemas.microsoft.com/office/drawing/2014/main" id="{83165118-5B2A-44AA-84D9-73D9E046E7FD}"/>
              </a:ext>
            </a:extLst>
          </p:cNvPr>
          <p:cNvSpPr>
            <a:spLocks noGrp="1"/>
          </p:cNvSpPr>
          <p:nvPr>
            <p:ph type="body" sz="quarter" idx="46" hasCustomPrompt="1"/>
          </p:nvPr>
        </p:nvSpPr>
        <p:spPr>
          <a:xfrm>
            <a:off x="2135144" y="943676"/>
            <a:ext cx="1310139" cy="454437"/>
          </a:xfrm>
          <a:prstGeom prst="rect">
            <a:avLst/>
          </a:prstGeom>
        </p:spPr>
        <p:txBody>
          <a:bodyPr anchor="ctr">
            <a:normAutofit/>
          </a:bodyPr>
          <a:lstStyle>
            <a:lvl1pPr marL="0" indent="0">
              <a:spcBef>
                <a:spcPts val="0"/>
              </a:spcBef>
              <a:buNone/>
              <a:defRPr sz="900">
                <a:solidFill>
                  <a:schemeClr val="bg2"/>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0" name="Текст 37">
            <a:extLst>
              <a:ext uri="{FF2B5EF4-FFF2-40B4-BE49-F238E27FC236}">
                <a16:creationId xmlns:a16="http://schemas.microsoft.com/office/drawing/2014/main" id="{551B53DB-3777-46F1-A922-482B508B6396}"/>
              </a:ext>
            </a:extLst>
          </p:cNvPr>
          <p:cNvSpPr>
            <a:spLocks noGrp="1"/>
          </p:cNvSpPr>
          <p:nvPr>
            <p:ph type="body" sz="quarter" idx="47" hasCustomPrompt="1"/>
          </p:nvPr>
        </p:nvSpPr>
        <p:spPr>
          <a:xfrm>
            <a:off x="3735594" y="943676"/>
            <a:ext cx="1310139" cy="454437"/>
          </a:xfrm>
          <a:prstGeom prst="rect">
            <a:avLst/>
          </a:prstGeom>
        </p:spPr>
        <p:txBody>
          <a:bodyPr anchor="ctr">
            <a:normAutofit/>
          </a:bodyPr>
          <a:lstStyle>
            <a:lvl1pPr marL="0" indent="0">
              <a:spcBef>
                <a:spcPts val="0"/>
              </a:spcBef>
              <a:buNone/>
              <a:defRPr sz="900">
                <a:solidFill>
                  <a:schemeClr val="bg2"/>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1" name="Текст 37">
            <a:extLst>
              <a:ext uri="{FF2B5EF4-FFF2-40B4-BE49-F238E27FC236}">
                <a16:creationId xmlns:a16="http://schemas.microsoft.com/office/drawing/2014/main" id="{6BD34133-FA19-434C-871C-F510A81672BB}"/>
              </a:ext>
            </a:extLst>
          </p:cNvPr>
          <p:cNvSpPr>
            <a:spLocks noGrp="1"/>
          </p:cNvSpPr>
          <p:nvPr>
            <p:ph type="body" sz="quarter" idx="48" hasCustomPrompt="1"/>
          </p:nvPr>
        </p:nvSpPr>
        <p:spPr>
          <a:xfrm>
            <a:off x="5367267" y="943676"/>
            <a:ext cx="1310139" cy="454437"/>
          </a:xfrm>
          <a:prstGeom prst="rect">
            <a:avLst/>
          </a:prstGeom>
        </p:spPr>
        <p:txBody>
          <a:bodyPr anchor="ctr">
            <a:normAutofit/>
          </a:bodyPr>
          <a:lstStyle>
            <a:lvl1pPr marL="0" indent="0">
              <a:spcBef>
                <a:spcPts val="0"/>
              </a:spcBef>
              <a:buNone/>
              <a:defRPr sz="900">
                <a:solidFill>
                  <a:schemeClr val="bg2"/>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2" name="Текст 37">
            <a:extLst>
              <a:ext uri="{FF2B5EF4-FFF2-40B4-BE49-F238E27FC236}">
                <a16:creationId xmlns:a16="http://schemas.microsoft.com/office/drawing/2014/main" id="{BB1CFEB3-1539-4C1D-8817-3ECFDD2610BE}"/>
              </a:ext>
            </a:extLst>
          </p:cNvPr>
          <p:cNvSpPr>
            <a:spLocks noGrp="1"/>
          </p:cNvSpPr>
          <p:nvPr>
            <p:ph type="body" sz="quarter" idx="49" hasCustomPrompt="1"/>
          </p:nvPr>
        </p:nvSpPr>
        <p:spPr>
          <a:xfrm>
            <a:off x="7034926" y="943676"/>
            <a:ext cx="1310139" cy="454437"/>
          </a:xfrm>
          <a:prstGeom prst="rect">
            <a:avLst/>
          </a:prstGeom>
        </p:spPr>
        <p:txBody>
          <a:bodyPr anchor="ctr">
            <a:normAutofit/>
          </a:bodyPr>
          <a:lstStyle>
            <a:lvl1pPr marL="0" indent="0">
              <a:spcBef>
                <a:spcPts val="0"/>
              </a:spcBef>
              <a:buNone/>
              <a:defRPr sz="900">
                <a:solidFill>
                  <a:schemeClr val="bg2"/>
                </a:solidFill>
                <a:latin typeface="Arial Black" panose="020B0A04020102020204" pitchFamily="34" charset="0"/>
              </a:defRPr>
            </a:lvl1pPr>
          </a:lstStyle>
          <a:p>
            <a:pPr lvl="0"/>
            <a:r>
              <a:rPr lang="ru-RU" dirty="0"/>
              <a:t>ПОДЗАГОЛОВОК</a:t>
            </a:r>
            <a:br>
              <a:rPr lang="ru-RU" dirty="0"/>
            </a:br>
            <a:r>
              <a:rPr lang="ru-RU" dirty="0"/>
              <a:t>В НЕСКОЛЬКО</a:t>
            </a:r>
            <a:br>
              <a:rPr lang="ru-RU" dirty="0"/>
            </a:br>
            <a:r>
              <a:rPr lang="ru-RU" dirty="0"/>
              <a:t>СТРОЧЕК</a:t>
            </a:r>
          </a:p>
        </p:txBody>
      </p:sp>
      <p:sp>
        <p:nvSpPr>
          <p:cNvPr id="46" name="Текст 5">
            <a:extLst>
              <a:ext uri="{FF2B5EF4-FFF2-40B4-BE49-F238E27FC236}">
                <a16:creationId xmlns:a16="http://schemas.microsoft.com/office/drawing/2014/main" id="{033F5BCC-B9BE-4CB8-9AE3-FFFE407CE5EC}"/>
              </a:ext>
            </a:extLst>
          </p:cNvPr>
          <p:cNvSpPr>
            <a:spLocks noGrp="1"/>
          </p:cNvSpPr>
          <p:nvPr>
            <p:ph type="body" sz="quarter" idx="53" hasCustomPrompt="1"/>
          </p:nvPr>
        </p:nvSpPr>
        <p:spPr>
          <a:xfrm>
            <a:off x="7034926" y="1830324"/>
            <a:ext cx="1466141" cy="467045"/>
          </a:xfrm>
          <a:prstGeom prst="rect">
            <a:avLst/>
          </a:prstGeom>
          <a:solidFill>
            <a:schemeClr val="bg1"/>
          </a:solidFill>
          <a:effectLst>
            <a:outerShdw blurRad="76200" dist="38100" dir="2700000" algn="tl" rotWithShape="0">
              <a:prstClr val="black">
                <a:alpha val="27000"/>
              </a:prstClr>
            </a:outerShdw>
          </a:effectLst>
        </p:spPr>
        <p:txBody>
          <a:bodyPr/>
          <a:lstStyle>
            <a:lvl1pPr marL="0" indent="0">
              <a:buNone/>
              <a:defRPr sz="900">
                <a:solidFill>
                  <a:schemeClr val="bg2"/>
                </a:solidFill>
              </a:defRPr>
            </a:lvl1pPr>
          </a:lstStyle>
          <a:p>
            <a:pPr lvl="0"/>
            <a:r>
              <a:rPr lang="en-US" dirty="0"/>
              <a:t>On the other hand, we denounce with righteous indignation and dislike</a:t>
            </a:r>
          </a:p>
        </p:txBody>
      </p:sp>
      <p:sp>
        <p:nvSpPr>
          <p:cNvPr id="47" name="Текст 5">
            <a:extLst>
              <a:ext uri="{FF2B5EF4-FFF2-40B4-BE49-F238E27FC236}">
                <a16:creationId xmlns:a16="http://schemas.microsoft.com/office/drawing/2014/main" id="{EFD790C9-87B7-4F03-AC8F-75B39046977C}"/>
              </a:ext>
            </a:extLst>
          </p:cNvPr>
          <p:cNvSpPr>
            <a:spLocks noGrp="1"/>
          </p:cNvSpPr>
          <p:nvPr>
            <p:ph type="body" sz="quarter" idx="54" hasCustomPrompt="1"/>
          </p:nvPr>
        </p:nvSpPr>
        <p:spPr>
          <a:xfrm>
            <a:off x="5367267" y="1828187"/>
            <a:ext cx="1466141" cy="467045"/>
          </a:xfrm>
          <a:prstGeom prst="rect">
            <a:avLst/>
          </a:prstGeom>
          <a:solidFill>
            <a:schemeClr val="bg1"/>
          </a:solidFill>
          <a:effectLst>
            <a:outerShdw blurRad="76200" dist="38100" dir="2700000" algn="tl" rotWithShape="0">
              <a:prstClr val="black">
                <a:alpha val="27000"/>
              </a:prstClr>
            </a:outerShdw>
          </a:effectLst>
        </p:spPr>
        <p:txBody>
          <a:bodyPr/>
          <a:lstStyle>
            <a:lvl1pPr marL="0" indent="0">
              <a:buNone/>
              <a:defRPr sz="900">
                <a:solidFill>
                  <a:schemeClr val="bg2"/>
                </a:solidFill>
              </a:defRPr>
            </a:lvl1pPr>
          </a:lstStyle>
          <a:p>
            <a:pPr lvl="0"/>
            <a:r>
              <a:rPr lang="en-US" dirty="0"/>
              <a:t>On the other hand, we denounce with righteous indignation and dislike</a:t>
            </a:r>
          </a:p>
        </p:txBody>
      </p:sp>
      <p:sp>
        <p:nvSpPr>
          <p:cNvPr id="48" name="Текст 5">
            <a:extLst>
              <a:ext uri="{FF2B5EF4-FFF2-40B4-BE49-F238E27FC236}">
                <a16:creationId xmlns:a16="http://schemas.microsoft.com/office/drawing/2014/main" id="{240DA09D-0EED-4A6F-B3FA-17D50C256A03}"/>
              </a:ext>
            </a:extLst>
          </p:cNvPr>
          <p:cNvSpPr>
            <a:spLocks noGrp="1"/>
          </p:cNvSpPr>
          <p:nvPr>
            <p:ph type="body" sz="quarter" idx="55" hasCustomPrompt="1"/>
          </p:nvPr>
        </p:nvSpPr>
        <p:spPr>
          <a:xfrm>
            <a:off x="3735594" y="1828187"/>
            <a:ext cx="1466141" cy="467045"/>
          </a:xfrm>
          <a:prstGeom prst="rect">
            <a:avLst/>
          </a:prstGeom>
          <a:solidFill>
            <a:schemeClr val="bg1"/>
          </a:solidFill>
          <a:effectLst>
            <a:outerShdw blurRad="76200" dist="38100" dir="2700000" algn="tl" rotWithShape="0">
              <a:prstClr val="black">
                <a:alpha val="27000"/>
              </a:prstClr>
            </a:outerShdw>
          </a:effectLst>
        </p:spPr>
        <p:txBody>
          <a:bodyPr/>
          <a:lstStyle>
            <a:lvl1pPr marL="0" indent="0">
              <a:buNone/>
              <a:defRPr sz="900">
                <a:solidFill>
                  <a:schemeClr val="bg2"/>
                </a:solidFill>
              </a:defRPr>
            </a:lvl1pPr>
          </a:lstStyle>
          <a:p>
            <a:pPr lvl="0"/>
            <a:r>
              <a:rPr lang="en-US" dirty="0"/>
              <a:t>On the other hand, we denounce with righteous indignation and dislike</a:t>
            </a:r>
          </a:p>
        </p:txBody>
      </p:sp>
      <p:sp>
        <p:nvSpPr>
          <p:cNvPr id="49" name="Текст 5">
            <a:extLst>
              <a:ext uri="{FF2B5EF4-FFF2-40B4-BE49-F238E27FC236}">
                <a16:creationId xmlns:a16="http://schemas.microsoft.com/office/drawing/2014/main" id="{FA3D4539-D1B4-42ED-B537-8B06035AFE70}"/>
              </a:ext>
            </a:extLst>
          </p:cNvPr>
          <p:cNvSpPr>
            <a:spLocks noGrp="1"/>
          </p:cNvSpPr>
          <p:nvPr>
            <p:ph type="body" sz="quarter" idx="56" hasCustomPrompt="1"/>
          </p:nvPr>
        </p:nvSpPr>
        <p:spPr>
          <a:xfrm>
            <a:off x="2135144" y="1820633"/>
            <a:ext cx="1466141" cy="467045"/>
          </a:xfrm>
          <a:prstGeom prst="rect">
            <a:avLst/>
          </a:prstGeom>
          <a:solidFill>
            <a:schemeClr val="bg1"/>
          </a:solidFill>
          <a:effectLst>
            <a:outerShdw blurRad="76200" dist="38100" dir="2700000" algn="tl" rotWithShape="0">
              <a:prstClr val="black">
                <a:alpha val="27000"/>
              </a:prstClr>
            </a:outerShdw>
          </a:effectLst>
        </p:spPr>
        <p:txBody>
          <a:bodyPr/>
          <a:lstStyle>
            <a:lvl1pPr marL="0" indent="0">
              <a:buNone/>
              <a:defRPr sz="900">
                <a:solidFill>
                  <a:schemeClr val="bg2"/>
                </a:solidFill>
              </a:defRPr>
            </a:lvl1pPr>
          </a:lstStyle>
          <a:p>
            <a:pPr lvl="0"/>
            <a:r>
              <a:rPr lang="en-US" dirty="0"/>
              <a:t>On the other hand, we denounce with righteous indignation and dislike</a:t>
            </a:r>
          </a:p>
        </p:txBody>
      </p:sp>
      <p:sp>
        <p:nvSpPr>
          <p:cNvPr id="50" name="Текст 5">
            <a:extLst>
              <a:ext uri="{FF2B5EF4-FFF2-40B4-BE49-F238E27FC236}">
                <a16:creationId xmlns:a16="http://schemas.microsoft.com/office/drawing/2014/main" id="{6FD34F6C-CE0E-4246-8FC7-7E8FBF12FAD8}"/>
              </a:ext>
            </a:extLst>
          </p:cNvPr>
          <p:cNvSpPr>
            <a:spLocks noGrp="1"/>
          </p:cNvSpPr>
          <p:nvPr>
            <p:ph type="body" sz="quarter" idx="57" hasCustomPrompt="1"/>
          </p:nvPr>
        </p:nvSpPr>
        <p:spPr>
          <a:xfrm>
            <a:off x="510333" y="1809956"/>
            <a:ext cx="1466141" cy="467045"/>
          </a:xfrm>
          <a:prstGeom prst="rect">
            <a:avLst/>
          </a:prstGeom>
          <a:solidFill>
            <a:schemeClr val="bg1"/>
          </a:solidFill>
          <a:effectLst>
            <a:outerShdw blurRad="76200" dist="38100" dir="2700000" algn="tl" rotWithShape="0">
              <a:prstClr val="black">
                <a:alpha val="27000"/>
              </a:prstClr>
            </a:outerShdw>
          </a:effectLst>
        </p:spPr>
        <p:txBody>
          <a:bodyPr/>
          <a:lstStyle>
            <a:lvl1pPr marL="0" indent="0">
              <a:buNone/>
              <a:defRPr sz="900">
                <a:solidFill>
                  <a:schemeClr val="bg2"/>
                </a:solidFill>
              </a:defRPr>
            </a:lvl1pPr>
          </a:lstStyle>
          <a:p>
            <a:pPr lvl="0"/>
            <a:r>
              <a:rPr lang="en-US" dirty="0"/>
              <a:t>On the other hand, we denounce with righteous indignation and dislike</a:t>
            </a:r>
          </a:p>
        </p:txBody>
      </p:sp>
    </p:spTree>
    <p:extLst>
      <p:ext uri="{BB962C8B-B14F-4D97-AF65-F5344CB8AC3E}">
        <p14:creationId xmlns:p14="http://schemas.microsoft.com/office/powerpoint/2010/main" val="1845285203"/>
      </p:ext>
    </p:extLst>
  </p:cSld>
  <p:clrMapOvr>
    <a:masterClrMapping/>
  </p:clrMapOvr>
  <p:transition spd="slow">
    <p:fade thruBlk="1"/>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6_Заголовок и объект">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427290" y="1044774"/>
            <a:ext cx="8297965" cy="372059"/>
          </a:xfrm>
          <a:prstGeom prst="rect">
            <a:avLst/>
          </a:prstGeom>
          <a:solidFill>
            <a:schemeClr val="lt1"/>
          </a:solidFill>
          <a:ln>
            <a:noFill/>
          </a:ln>
          <a:effectLst>
            <a:outerShdw blurRad="254000" dist="381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ED3346D-1E61-48F4-87F1-352EB49B59EA}"/>
              </a:ext>
            </a:extLst>
          </p:cNvPr>
          <p:cNvSpPr/>
          <p:nvPr userDrawn="1"/>
        </p:nvSpPr>
        <p:spPr>
          <a:xfrm>
            <a:off x="427290" y="1513436"/>
            <a:ext cx="8297965" cy="991254"/>
          </a:xfrm>
          <a:prstGeom prst="rect">
            <a:avLst/>
          </a:prstGeom>
          <a:solidFill>
            <a:schemeClr val="lt1"/>
          </a:solidFill>
          <a:ln>
            <a:noFill/>
          </a:ln>
          <a:effectLst>
            <a:outerShdw blurRad="254000" dist="381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0D0C0806-41EF-4D4A-B044-3E6D460B3C74}"/>
              </a:ext>
            </a:extLst>
          </p:cNvPr>
          <p:cNvSpPr/>
          <p:nvPr userDrawn="1"/>
        </p:nvSpPr>
        <p:spPr>
          <a:xfrm>
            <a:off x="427290" y="2557279"/>
            <a:ext cx="8297965" cy="991254"/>
          </a:xfrm>
          <a:prstGeom prst="rect">
            <a:avLst/>
          </a:prstGeom>
          <a:solidFill>
            <a:schemeClr val="lt1"/>
          </a:solidFill>
          <a:ln>
            <a:noFill/>
          </a:ln>
          <a:effectLst>
            <a:outerShdw blurRad="254000" dist="381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50735274-D8D0-4B93-AF95-7CA8AEFB9267}"/>
              </a:ext>
            </a:extLst>
          </p:cNvPr>
          <p:cNvSpPr/>
          <p:nvPr userDrawn="1"/>
        </p:nvSpPr>
        <p:spPr>
          <a:xfrm>
            <a:off x="427290" y="3601123"/>
            <a:ext cx="8297965" cy="991254"/>
          </a:xfrm>
          <a:prstGeom prst="rect">
            <a:avLst/>
          </a:prstGeom>
          <a:solidFill>
            <a:schemeClr val="lt1"/>
          </a:solidFill>
          <a:ln>
            <a:noFill/>
          </a:ln>
          <a:effectLst>
            <a:outerShdw blurRad="254000" dist="381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181924" y="1107624"/>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6204708" y="1107624"/>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6204708" y="1724741"/>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6204708" y="2768584"/>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6204708" y="3812428"/>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lvl1pPr>
              <a:defRPr>
                <a:solidFill>
                  <a:schemeClr val="tx1"/>
                </a:solidFill>
              </a:defRPr>
            </a:lvl1pPr>
          </a:lstStyle>
          <a:p>
            <a:fld id="{03D1A0BF-D385-4A72-B24F-35C80431A2AC}" type="slidenum">
              <a:rPr lang="ru-RU" smtClean="0"/>
              <a:pPr/>
              <a:t>‹#›</a:t>
            </a:fld>
            <a:endParaRPr lang="ru-RU"/>
          </a:p>
        </p:txBody>
      </p:sp>
      <p:sp>
        <p:nvSpPr>
          <p:cNvPr id="20" name="Текст 5">
            <a:extLst>
              <a:ext uri="{FF2B5EF4-FFF2-40B4-BE49-F238E27FC236}">
                <a16:creationId xmlns:a16="http://schemas.microsoft.com/office/drawing/2014/main" id="{520374CB-A680-4484-B687-57D41E09B908}"/>
              </a:ext>
            </a:extLst>
          </p:cNvPr>
          <p:cNvSpPr>
            <a:spLocks noGrp="1"/>
          </p:cNvSpPr>
          <p:nvPr>
            <p:ph type="body" sz="quarter" idx="45" hasCustomPrompt="1"/>
          </p:nvPr>
        </p:nvSpPr>
        <p:spPr>
          <a:xfrm>
            <a:off x="1181924" y="1724741"/>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1" name="Текст 5">
            <a:extLst>
              <a:ext uri="{FF2B5EF4-FFF2-40B4-BE49-F238E27FC236}">
                <a16:creationId xmlns:a16="http://schemas.microsoft.com/office/drawing/2014/main" id="{9273FD59-F6FB-4550-9CA0-F2E33FA7C138}"/>
              </a:ext>
            </a:extLst>
          </p:cNvPr>
          <p:cNvSpPr>
            <a:spLocks noGrp="1"/>
          </p:cNvSpPr>
          <p:nvPr>
            <p:ph type="body" sz="quarter" idx="46" hasCustomPrompt="1"/>
          </p:nvPr>
        </p:nvSpPr>
        <p:spPr>
          <a:xfrm>
            <a:off x="1181924" y="2768584"/>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2" name="Текст 5">
            <a:extLst>
              <a:ext uri="{FF2B5EF4-FFF2-40B4-BE49-F238E27FC236}">
                <a16:creationId xmlns:a16="http://schemas.microsoft.com/office/drawing/2014/main" id="{47281DBF-51B7-454E-B547-0FAF6FF14676}"/>
              </a:ext>
            </a:extLst>
          </p:cNvPr>
          <p:cNvSpPr>
            <a:spLocks noGrp="1"/>
          </p:cNvSpPr>
          <p:nvPr>
            <p:ph type="body" sz="quarter" idx="47" hasCustomPrompt="1"/>
          </p:nvPr>
        </p:nvSpPr>
        <p:spPr>
          <a:xfrm>
            <a:off x="1181924" y="3812428"/>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3" name="Текст 37">
            <a:extLst>
              <a:ext uri="{FF2B5EF4-FFF2-40B4-BE49-F238E27FC236}">
                <a16:creationId xmlns:a16="http://schemas.microsoft.com/office/drawing/2014/main" id="{57B57E83-DFCE-4C2E-88FE-E5E4D4EB9875}"/>
              </a:ext>
            </a:extLst>
          </p:cNvPr>
          <p:cNvSpPr>
            <a:spLocks noGrp="1"/>
          </p:cNvSpPr>
          <p:nvPr>
            <p:ph type="body" sz="quarter" idx="48" hasCustomPrompt="1"/>
          </p:nvPr>
        </p:nvSpPr>
        <p:spPr>
          <a:xfrm>
            <a:off x="3689043" y="1107624"/>
            <a:ext cx="1530758" cy="23082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a:t>
            </a:r>
          </a:p>
        </p:txBody>
      </p:sp>
      <p:sp>
        <p:nvSpPr>
          <p:cNvPr id="24" name="Текст 5">
            <a:extLst>
              <a:ext uri="{FF2B5EF4-FFF2-40B4-BE49-F238E27FC236}">
                <a16:creationId xmlns:a16="http://schemas.microsoft.com/office/drawing/2014/main" id="{3EC64F38-A914-4CE0-852E-E17FC20EA533}"/>
              </a:ext>
            </a:extLst>
          </p:cNvPr>
          <p:cNvSpPr>
            <a:spLocks noGrp="1"/>
          </p:cNvSpPr>
          <p:nvPr>
            <p:ph type="body" sz="quarter" idx="49" hasCustomPrompt="1"/>
          </p:nvPr>
        </p:nvSpPr>
        <p:spPr>
          <a:xfrm>
            <a:off x="3689043" y="1724741"/>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5" name="Текст 5">
            <a:extLst>
              <a:ext uri="{FF2B5EF4-FFF2-40B4-BE49-F238E27FC236}">
                <a16:creationId xmlns:a16="http://schemas.microsoft.com/office/drawing/2014/main" id="{585E7DA6-B7F1-4D6B-AA44-1BDFDB6526CD}"/>
              </a:ext>
            </a:extLst>
          </p:cNvPr>
          <p:cNvSpPr>
            <a:spLocks noGrp="1"/>
          </p:cNvSpPr>
          <p:nvPr>
            <p:ph type="body" sz="quarter" idx="50" hasCustomPrompt="1"/>
          </p:nvPr>
        </p:nvSpPr>
        <p:spPr>
          <a:xfrm>
            <a:off x="3689043" y="2768584"/>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6" name="Текст 5">
            <a:extLst>
              <a:ext uri="{FF2B5EF4-FFF2-40B4-BE49-F238E27FC236}">
                <a16:creationId xmlns:a16="http://schemas.microsoft.com/office/drawing/2014/main" id="{5EF1902C-98F7-4C41-A15F-CE0FAFB0BB88}"/>
              </a:ext>
            </a:extLst>
          </p:cNvPr>
          <p:cNvSpPr>
            <a:spLocks noGrp="1"/>
          </p:cNvSpPr>
          <p:nvPr>
            <p:ph type="body" sz="quarter" idx="51" hasCustomPrompt="1"/>
          </p:nvPr>
        </p:nvSpPr>
        <p:spPr>
          <a:xfrm>
            <a:off x="3689043" y="3812428"/>
            <a:ext cx="2236394" cy="568645"/>
          </a:xfrm>
          <a:prstGeom prst="rect">
            <a:avLst/>
          </a:prstGeom>
        </p:spPr>
        <p:txBody>
          <a:bodyPr/>
          <a:lstStyle>
            <a:lvl1pPr marL="0" indent="0">
              <a:buNone/>
              <a:defRPr sz="8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Tree>
    <p:extLst>
      <p:ext uri="{BB962C8B-B14F-4D97-AF65-F5344CB8AC3E}">
        <p14:creationId xmlns:p14="http://schemas.microsoft.com/office/powerpoint/2010/main" val="2216495824"/>
      </p:ext>
    </p:extLst>
  </p:cSld>
  <p:clrMapOvr>
    <a:masterClrMapping/>
  </p:clrMapOvr>
  <p:transition spd="slow">
    <p:fade thruBlk="1"/>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Плашка с текстом.">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61" name="Прямоугольник 60">
            <a:extLst>
              <a:ext uri="{FF2B5EF4-FFF2-40B4-BE49-F238E27FC236}">
                <a16:creationId xmlns:a16="http://schemas.microsoft.com/office/drawing/2014/main" id="{95C5A9F0-1480-4FC2-B232-3262DCABEFA8}"/>
              </a:ext>
            </a:extLst>
          </p:cNvPr>
          <p:cNvSpPr/>
          <p:nvPr userDrawn="1"/>
        </p:nvSpPr>
        <p:spPr>
          <a:xfrm>
            <a:off x="423018" y="1044773"/>
            <a:ext cx="8297965" cy="3724077"/>
          </a:xfrm>
          <a:prstGeom prst="rect">
            <a:avLst/>
          </a:prstGeom>
          <a:solidFill>
            <a:schemeClr val="lt1"/>
          </a:solidFill>
          <a:ln>
            <a:noFill/>
          </a:ln>
          <a:effectLst>
            <a:outerShdw blurRad="215900" dist="38100" dir="27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1225185" y="1302750"/>
            <a:ext cx="2022749" cy="477580"/>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ОДИН</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350343" y="1257218"/>
            <a:ext cx="3555050" cy="568645"/>
          </a:xfrm>
          <a:prstGeom prst="rect">
            <a:avLst/>
          </a:prstGeom>
        </p:spPr>
        <p:txBody>
          <a:bodyPr/>
          <a:lstStyle>
            <a:lvl1pPr marL="0" indent="0">
              <a:buNone/>
              <a:defRPr sz="10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6" name="Заголовок 5">
            <a:extLst>
              <a:ext uri="{FF2B5EF4-FFF2-40B4-BE49-F238E27FC236}">
                <a16:creationId xmlns:a16="http://schemas.microsoft.com/office/drawing/2014/main" id="{2874D950-4EA3-424D-957A-843D25D1FC40}"/>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4FF41B9D-213D-4BB1-BF55-EBAE1BAB0243}"/>
              </a:ext>
            </a:extLst>
          </p:cNvPr>
          <p:cNvSpPr>
            <a:spLocks noGrp="1"/>
          </p:cNvSpPr>
          <p:nvPr>
            <p:ph type="dt" sz="half" idx="43"/>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4" name="Номер слайда 3">
            <a:extLst>
              <a:ext uri="{FF2B5EF4-FFF2-40B4-BE49-F238E27FC236}">
                <a16:creationId xmlns:a16="http://schemas.microsoft.com/office/drawing/2014/main" id="{24C91FAC-F5B7-4142-B6F2-D817DE7A363D}"/>
              </a:ext>
            </a:extLst>
          </p:cNvPr>
          <p:cNvSpPr>
            <a:spLocks noGrp="1"/>
          </p:cNvSpPr>
          <p:nvPr>
            <p:ph type="sldNum" sz="quarter" idx="44"/>
          </p:nvPr>
        </p:nvSpPr>
        <p:spPr/>
        <p:txBody>
          <a:bodyPr/>
          <a:lstStyle>
            <a:lvl1pPr>
              <a:defRPr>
                <a:solidFill>
                  <a:schemeClr val="tx1"/>
                </a:solidFill>
              </a:defRPr>
            </a:lvl1pPr>
          </a:lstStyle>
          <a:p>
            <a:fld id="{03D1A0BF-D385-4A72-B24F-35C80431A2AC}" type="slidenum">
              <a:rPr lang="ru-RU" smtClean="0"/>
              <a:pPr/>
              <a:t>‹#›</a:t>
            </a:fld>
            <a:endParaRPr lang="ru-RU" dirty="0"/>
          </a:p>
        </p:txBody>
      </p:sp>
      <p:sp>
        <p:nvSpPr>
          <p:cNvPr id="27" name="Текст 37">
            <a:extLst>
              <a:ext uri="{FF2B5EF4-FFF2-40B4-BE49-F238E27FC236}">
                <a16:creationId xmlns:a16="http://schemas.microsoft.com/office/drawing/2014/main" id="{3331C2F3-7F2D-4451-8C2C-F15D084C56E2}"/>
              </a:ext>
            </a:extLst>
          </p:cNvPr>
          <p:cNvSpPr>
            <a:spLocks noGrp="1"/>
          </p:cNvSpPr>
          <p:nvPr>
            <p:ph type="body" sz="quarter" idx="45" hasCustomPrompt="1"/>
          </p:nvPr>
        </p:nvSpPr>
        <p:spPr>
          <a:xfrm>
            <a:off x="1225185" y="1977463"/>
            <a:ext cx="2022749" cy="477580"/>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ДВА</a:t>
            </a:r>
          </a:p>
        </p:txBody>
      </p:sp>
      <p:sp>
        <p:nvSpPr>
          <p:cNvPr id="28" name="Текст 5">
            <a:extLst>
              <a:ext uri="{FF2B5EF4-FFF2-40B4-BE49-F238E27FC236}">
                <a16:creationId xmlns:a16="http://schemas.microsoft.com/office/drawing/2014/main" id="{172CD0A8-C89C-44EE-9D15-5421F221079C}"/>
              </a:ext>
            </a:extLst>
          </p:cNvPr>
          <p:cNvSpPr>
            <a:spLocks noGrp="1"/>
          </p:cNvSpPr>
          <p:nvPr>
            <p:ph type="body" sz="quarter" idx="46" hasCustomPrompt="1"/>
          </p:nvPr>
        </p:nvSpPr>
        <p:spPr>
          <a:xfrm>
            <a:off x="4350343" y="1931931"/>
            <a:ext cx="3555050" cy="568645"/>
          </a:xfrm>
          <a:prstGeom prst="rect">
            <a:avLst/>
          </a:prstGeom>
        </p:spPr>
        <p:txBody>
          <a:bodyPr/>
          <a:lstStyle>
            <a:lvl1pPr marL="0" indent="0">
              <a:buNone/>
              <a:defRPr sz="10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29" name="Текст 37">
            <a:extLst>
              <a:ext uri="{FF2B5EF4-FFF2-40B4-BE49-F238E27FC236}">
                <a16:creationId xmlns:a16="http://schemas.microsoft.com/office/drawing/2014/main" id="{E39FFB71-4C52-4BC1-A2D2-7CA240F707CF}"/>
              </a:ext>
            </a:extLst>
          </p:cNvPr>
          <p:cNvSpPr>
            <a:spLocks noGrp="1"/>
          </p:cNvSpPr>
          <p:nvPr>
            <p:ph type="body" sz="quarter" idx="47" hasCustomPrompt="1"/>
          </p:nvPr>
        </p:nvSpPr>
        <p:spPr>
          <a:xfrm>
            <a:off x="1222513" y="2635084"/>
            <a:ext cx="2022749" cy="477580"/>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ТРИ</a:t>
            </a:r>
          </a:p>
        </p:txBody>
      </p:sp>
      <p:sp>
        <p:nvSpPr>
          <p:cNvPr id="30" name="Текст 5">
            <a:extLst>
              <a:ext uri="{FF2B5EF4-FFF2-40B4-BE49-F238E27FC236}">
                <a16:creationId xmlns:a16="http://schemas.microsoft.com/office/drawing/2014/main" id="{6FE93DEE-E9C0-4FB4-BCEC-BDF56653D150}"/>
              </a:ext>
            </a:extLst>
          </p:cNvPr>
          <p:cNvSpPr>
            <a:spLocks noGrp="1"/>
          </p:cNvSpPr>
          <p:nvPr>
            <p:ph type="body" sz="quarter" idx="48" hasCustomPrompt="1"/>
          </p:nvPr>
        </p:nvSpPr>
        <p:spPr>
          <a:xfrm>
            <a:off x="4347671" y="2589552"/>
            <a:ext cx="3555050" cy="568645"/>
          </a:xfrm>
          <a:prstGeom prst="rect">
            <a:avLst/>
          </a:prstGeom>
        </p:spPr>
        <p:txBody>
          <a:bodyPr/>
          <a:lstStyle>
            <a:lvl1pPr marL="0" indent="0">
              <a:buNone/>
              <a:defRPr sz="10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31" name="Текст 37">
            <a:extLst>
              <a:ext uri="{FF2B5EF4-FFF2-40B4-BE49-F238E27FC236}">
                <a16:creationId xmlns:a16="http://schemas.microsoft.com/office/drawing/2014/main" id="{E4F417CF-28AB-4ED0-A6C6-37F320F1C1B6}"/>
              </a:ext>
            </a:extLst>
          </p:cNvPr>
          <p:cNvSpPr>
            <a:spLocks noGrp="1"/>
          </p:cNvSpPr>
          <p:nvPr>
            <p:ph type="body" sz="quarter" idx="49" hasCustomPrompt="1"/>
          </p:nvPr>
        </p:nvSpPr>
        <p:spPr>
          <a:xfrm>
            <a:off x="1222513" y="3301251"/>
            <a:ext cx="2022749" cy="477580"/>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ЧЕТЫРЕ</a:t>
            </a:r>
          </a:p>
        </p:txBody>
      </p:sp>
      <p:sp>
        <p:nvSpPr>
          <p:cNvPr id="32" name="Текст 5">
            <a:extLst>
              <a:ext uri="{FF2B5EF4-FFF2-40B4-BE49-F238E27FC236}">
                <a16:creationId xmlns:a16="http://schemas.microsoft.com/office/drawing/2014/main" id="{4357B953-4D6C-4013-AF45-840DF415CD33}"/>
              </a:ext>
            </a:extLst>
          </p:cNvPr>
          <p:cNvSpPr>
            <a:spLocks noGrp="1"/>
          </p:cNvSpPr>
          <p:nvPr>
            <p:ph type="body" sz="quarter" idx="50" hasCustomPrompt="1"/>
          </p:nvPr>
        </p:nvSpPr>
        <p:spPr>
          <a:xfrm>
            <a:off x="4347671" y="3255719"/>
            <a:ext cx="3555050" cy="568645"/>
          </a:xfrm>
          <a:prstGeom prst="rect">
            <a:avLst/>
          </a:prstGeom>
        </p:spPr>
        <p:txBody>
          <a:bodyPr/>
          <a:lstStyle>
            <a:lvl1pPr marL="0" indent="0">
              <a:buNone/>
              <a:defRPr sz="10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33" name="Текст 37">
            <a:extLst>
              <a:ext uri="{FF2B5EF4-FFF2-40B4-BE49-F238E27FC236}">
                <a16:creationId xmlns:a16="http://schemas.microsoft.com/office/drawing/2014/main" id="{587063FF-A54F-4301-95F8-86009E7DE6D4}"/>
              </a:ext>
            </a:extLst>
          </p:cNvPr>
          <p:cNvSpPr>
            <a:spLocks noGrp="1"/>
          </p:cNvSpPr>
          <p:nvPr>
            <p:ph type="body" sz="quarter" idx="51" hasCustomPrompt="1"/>
          </p:nvPr>
        </p:nvSpPr>
        <p:spPr>
          <a:xfrm>
            <a:off x="1222513" y="3973023"/>
            <a:ext cx="2022749" cy="477580"/>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ПЯТЬ</a:t>
            </a:r>
          </a:p>
        </p:txBody>
      </p:sp>
      <p:sp>
        <p:nvSpPr>
          <p:cNvPr id="34" name="Текст 5">
            <a:extLst>
              <a:ext uri="{FF2B5EF4-FFF2-40B4-BE49-F238E27FC236}">
                <a16:creationId xmlns:a16="http://schemas.microsoft.com/office/drawing/2014/main" id="{4A08830A-B7C6-42F7-BADA-6633EFE20F0B}"/>
              </a:ext>
            </a:extLst>
          </p:cNvPr>
          <p:cNvSpPr>
            <a:spLocks noGrp="1"/>
          </p:cNvSpPr>
          <p:nvPr>
            <p:ph type="body" sz="quarter" idx="52" hasCustomPrompt="1"/>
          </p:nvPr>
        </p:nvSpPr>
        <p:spPr>
          <a:xfrm>
            <a:off x="4347671" y="3927491"/>
            <a:ext cx="3555050" cy="568645"/>
          </a:xfrm>
          <a:prstGeom prst="rect">
            <a:avLst/>
          </a:prstGeom>
        </p:spPr>
        <p:txBody>
          <a:bodyPr/>
          <a:lstStyle>
            <a:lvl1pPr marL="0" indent="0">
              <a:buNone/>
              <a:defRPr sz="10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Tree>
    <p:extLst>
      <p:ext uri="{BB962C8B-B14F-4D97-AF65-F5344CB8AC3E}">
        <p14:creationId xmlns:p14="http://schemas.microsoft.com/office/powerpoint/2010/main" val="3376333397"/>
      </p:ext>
    </p:extLst>
  </p:cSld>
  <p:clrMapOvr>
    <a:masterClrMapping/>
  </p:clrMapOvr>
  <p:transition spd="slow">
    <p:fade thruBlk="1"/>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Две плашки с выводом.">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26" name="Прямоугольник 25">
            <a:extLst>
              <a:ext uri="{FF2B5EF4-FFF2-40B4-BE49-F238E27FC236}">
                <a16:creationId xmlns:a16="http://schemas.microsoft.com/office/drawing/2014/main" id="{5BFBB294-447D-4216-A6BA-A241C9777235}"/>
              </a:ext>
            </a:extLst>
          </p:cNvPr>
          <p:cNvSpPr/>
          <p:nvPr userDrawn="1"/>
        </p:nvSpPr>
        <p:spPr>
          <a:xfrm>
            <a:off x="4621051" y="1373882"/>
            <a:ext cx="3914941" cy="2405512"/>
          </a:xfrm>
          <a:prstGeom prst="rect">
            <a:avLst/>
          </a:prstGeom>
          <a:solidFill>
            <a:schemeClr val="bg1"/>
          </a:solidFill>
          <a:ln>
            <a:noFill/>
          </a:ln>
          <a:effectLst>
            <a:outerShdw blurRad="177800" dist="50800" dir="21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Текст 5">
            <a:extLst>
              <a:ext uri="{FF2B5EF4-FFF2-40B4-BE49-F238E27FC236}">
                <a16:creationId xmlns:a16="http://schemas.microsoft.com/office/drawing/2014/main" id="{405A9B9A-CDF0-4FFE-8630-71CD91131CF6}"/>
              </a:ext>
            </a:extLst>
          </p:cNvPr>
          <p:cNvSpPr>
            <a:spLocks noGrp="1"/>
          </p:cNvSpPr>
          <p:nvPr>
            <p:ph type="body" sz="quarter" idx="26" hasCustomPrompt="1"/>
          </p:nvPr>
        </p:nvSpPr>
        <p:spPr>
          <a:xfrm>
            <a:off x="5164951" y="1895007"/>
            <a:ext cx="2827140" cy="1493967"/>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31" name="Текст 5">
            <a:extLst>
              <a:ext uri="{FF2B5EF4-FFF2-40B4-BE49-F238E27FC236}">
                <a16:creationId xmlns:a16="http://schemas.microsoft.com/office/drawing/2014/main" id="{2480809F-3E30-4337-93A3-A7C47C301F2E}"/>
              </a:ext>
            </a:extLst>
          </p:cNvPr>
          <p:cNvSpPr>
            <a:spLocks noGrp="1"/>
          </p:cNvSpPr>
          <p:nvPr>
            <p:ph type="body" sz="quarter" idx="28" hasCustomPrompt="1"/>
          </p:nvPr>
        </p:nvSpPr>
        <p:spPr>
          <a:xfrm>
            <a:off x="634162" y="4373912"/>
            <a:ext cx="6277441" cy="450336"/>
          </a:xfrm>
          <a:prstGeom prst="rect">
            <a:avLst/>
          </a:prstGeom>
        </p:spPr>
        <p:txBody>
          <a:bodyPr/>
          <a:lstStyle>
            <a:lvl1pPr marL="0" indent="0">
              <a:buFont typeface="Arial" panose="020B0604020202020204" pitchFamily="34" charset="0"/>
              <a:buNone/>
              <a:defRPr sz="105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32" name="Текст 37">
            <a:extLst>
              <a:ext uri="{FF2B5EF4-FFF2-40B4-BE49-F238E27FC236}">
                <a16:creationId xmlns:a16="http://schemas.microsoft.com/office/drawing/2014/main" id="{91F6F863-5EBB-4E9B-BAA6-651C285A839C}"/>
              </a:ext>
            </a:extLst>
          </p:cNvPr>
          <p:cNvSpPr>
            <a:spLocks noGrp="1"/>
          </p:cNvSpPr>
          <p:nvPr>
            <p:ph type="body" sz="quarter" idx="13" hasCustomPrompt="1"/>
          </p:nvPr>
        </p:nvSpPr>
        <p:spPr>
          <a:xfrm>
            <a:off x="634162" y="4017159"/>
            <a:ext cx="2326338" cy="292386"/>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a:t>
            </a:r>
          </a:p>
        </p:txBody>
      </p:sp>
      <p:sp>
        <p:nvSpPr>
          <p:cNvPr id="34" name="Скругленный прямоугольник 46">
            <a:extLst>
              <a:ext uri="{FF2B5EF4-FFF2-40B4-BE49-F238E27FC236}">
                <a16:creationId xmlns:a16="http://schemas.microsoft.com/office/drawing/2014/main" id="{457A53FD-DA53-4A49-ABEB-CD2BE68BFDB6}"/>
              </a:ext>
            </a:extLst>
          </p:cNvPr>
          <p:cNvSpPr/>
          <p:nvPr userDrawn="1"/>
        </p:nvSpPr>
        <p:spPr>
          <a:xfrm>
            <a:off x="5690524" y="1123258"/>
            <a:ext cx="1923883" cy="524054"/>
          </a:xfrm>
          <a:prstGeom prst="roundRect">
            <a:avLst>
              <a:gd name="adj" fmla="val 50000"/>
            </a:avLst>
          </a:prstGeom>
          <a:solidFill>
            <a:schemeClr val="bg1"/>
          </a:solidFill>
          <a:ln w="38100">
            <a:gradFill flip="none" rotWithShape="1">
              <a:gsLst>
                <a:gs pos="0">
                  <a:schemeClr val="tx1"/>
                </a:gs>
                <a:gs pos="100000">
                  <a:schemeClr val="accent2"/>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b="1" dirty="0">
              <a:solidFill>
                <a:srgbClr val="FFFFFF"/>
              </a:solidFill>
              <a:latin typeface="Arial Black" panose="020B0A04020102020204" pitchFamily="34" charset="0"/>
              <a:cs typeface="Arial" panose="020B0604020202020204" pitchFamily="34" charset="0"/>
            </a:endParaRPr>
          </a:p>
        </p:txBody>
      </p:sp>
      <p:sp>
        <p:nvSpPr>
          <p:cNvPr id="38" name="Текст 4">
            <a:extLst>
              <a:ext uri="{FF2B5EF4-FFF2-40B4-BE49-F238E27FC236}">
                <a16:creationId xmlns:a16="http://schemas.microsoft.com/office/drawing/2014/main" id="{282A97BB-C94E-456D-95BF-27CEE1C767E7}"/>
              </a:ext>
            </a:extLst>
          </p:cNvPr>
          <p:cNvSpPr>
            <a:spLocks noGrp="1"/>
          </p:cNvSpPr>
          <p:nvPr>
            <p:ph type="body" sz="quarter" idx="30" hasCustomPrompt="1"/>
          </p:nvPr>
        </p:nvSpPr>
        <p:spPr>
          <a:xfrm>
            <a:off x="5843191" y="1155131"/>
            <a:ext cx="1618549" cy="476588"/>
          </a:xfrm>
          <a:prstGeom prst="rect">
            <a:avLst/>
          </a:prstGeom>
        </p:spPr>
        <p:txBody>
          <a:bodyPr anchor="ctr"/>
          <a:lstStyle>
            <a:lvl1pPr marL="0" indent="0" algn="ctr">
              <a:lnSpc>
                <a:spcPct val="100000"/>
              </a:lnSpc>
              <a:spcBef>
                <a:spcPts val="0"/>
              </a:spcBef>
              <a:buNone/>
              <a:defRPr sz="1200">
                <a:solidFill>
                  <a:schemeClr val="bg2"/>
                </a:solidFill>
                <a:latin typeface="Arial Black" panose="020B0A04020102020204" pitchFamily="34" charset="0"/>
              </a:defRPr>
            </a:lvl1pPr>
          </a:lstStyle>
          <a:p>
            <a:pPr lvl="0"/>
            <a:r>
              <a:rPr lang="ru-RU" dirty="0"/>
              <a:t>ДЛИННЫЙ</a:t>
            </a:r>
            <a:br>
              <a:rPr lang="ru-RU" dirty="0"/>
            </a:br>
            <a:r>
              <a:rPr lang="ru-RU" dirty="0"/>
              <a:t>ЗАГОЛОВОК</a:t>
            </a:r>
          </a:p>
        </p:txBody>
      </p:sp>
      <p:sp>
        <p:nvSpPr>
          <p:cNvPr id="4" name="Заголовок 3">
            <a:extLst>
              <a:ext uri="{FF2B5EF4-FFF2-40B4-BE49-F238E27FC236}">
                <a16:creationId xmlns:a16="http://schemas.microsoft.com/office/drawing/2014/main" id="{1BED25E7-4547-47A2-ABA5-CDE387CE8B56}"/>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8A758CCB-4437-424E-B91B-0B6A62D3E4A4}"/>
              </a:ext>
            </a:extLst>
          </p:cNvPr>
          <p:cNvSpPr>
            <a:spLocks noGrp="1"/>
          </p:cNvSpPr>
          <p:nvPr>
            <p:ph type="dt" sz="half" idx="31"/>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DAC5A403-3921-441A-9C7F-6F12D8F0AAAC}"/>
              </a:ext>
            </a:extLst>
          </p:cNvPr>
          <p:cNvSpPr>
            <a:spLocks noGrp="1"/>
          </p:cNvSpPr>
          <p:nvPr>
            <p:ph type="sldNum" sz="quarter" idx="32"/>
          </p:nvPr>
        </p:nvSpPr>
        <p:spPr/>
        <p:txBody>
          <a:bodyPr/>
          <a:lstStyle>
            <a:lvl1pPr>
              <a:defRPr>
                <a:solidFill>
                  <a:schemeClr val="tx1"/>
                </a:solidFill>
              </a:defRPr>
            </a:lvl1pPr>
          </a:lstStyle>
          <a:p>
            <a:fld id="{03D1A0BF-D385-4A72-B24F-35C80431A2AC}" type="slidenum">
              <a:rPr lang="ru-RU" smtClean="0"/>
              <a:pPr/>
              <a:t>‹#›</a:t>
            </a:fld>
            <a:endParaRPr lang="ru-RU"/>
          </a:p>
        </p:txBody>
      </p:sp>
      <p:sp>
        <p:nvSpPr>
          <p:cNvPr id="15" name="Прямоугольник 14">
            <a:extLst>
              <a:ext uri="{FF2B5EF4-FFF2-40B4-BE49-F238E27FC236}">
                <a16:creationId xmlns:a16="http://schemas.microsoft.com/office/drawing/2014/main" id="{E993CAEB-9885-4C1E-B002-C327F029CF97}"/>
              </a:ext>
            </a:extLst>
          </p:cNvPr>
          <p:cNvSpPr/>
          <p:nvPr userDrawn="1"/>
        </p:nvSpPr>
        <p:spPr>
          <a:xfrm>
            <a:off x="549565" y="1373882"/>
            <a:ext cx="3914941" cy="2405512"/>
          </a:xfrm>
          <a:prstGeom prst="rect">
            <a:avLst/>
          </a:prstGeom>
          <a:solidFill>
            <a:schemeClr val="bg1"/>
          </a:solidFill>
          <a:ln>
            <a:noFill/>
          </a:ln>
          <a:effectLst>
            <a:outerShdw blurRad="177800" dist="50800" dir="21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Текст 5">
            <a:extLst>
              <a:ext uri="{FF2B5EF4-FFF2-40B4-BE49-F238E27FC236}">
                <a16:creationId xmlns:a16="http://schemas.microsoft.com/office/drawing/2014/main" id="{13DDE77C-A9DD-4CFA-9D67-751FD713FF3E}"/>
              </a:ext>
            </a:extLst>
          </p:cNvPr>
          <p:cNvSpPr>
            <a:spLocks noGrp="1"/>
          </p:cNvSpPr>
          <p:nvPr>
            <p:ph type="body" sz="quarter" idx="24" hasCustomPrompt="1"/>
          </p:nvPr>
        </p:nvSpPr>
        <p:spPr>
          <a:xfrm>
            <a:off x="1093465" y="1895008"/>
            <a:ext cx="2827140" cy="149396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17" name="Скругленный прямоугольник 46">
            <a:extLst>
              <a:ext uri="{FF2B5EF4-FFF2-40B4-BE49-F238E27FC236}">
                <a16:creationId xmlns:a16="http://schemas.microsoft.com/office/drawing/2014/main" id="{E3774437-CA1F-4958-922A-C172F7F54E9F}"/>
              </a:ext>
            </a:extLst>
          </p:cNvPr>
          <p:cNvSpPr/>
          <p:nvPr userDrawn="1"/>
        </p:nvSpPr>
        <p:spPr>
          <a:xfrm>
            <a:off x="1585004" y="1115437"/>
            <a:ext cx="1844062" cy="516282"/>
          </a:xfrm>
          <a:prstGeom prst="roundRect">
            <a:avLst>
              <a:gd name="adj" fmla="val 50000"/>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b="1" dirty="0">
              <a:solidFill>
                <a:schemeClr val="accent5"/>
              </a:solidFill>
              <a:latin typeface="Arial Black" panose="020B0A04020102020204" pitchFamily="34" charset="0"/>
              <a:cs typeface="Arial" panose="020B0604020202020204" pitchFamily="34" charset="0"/>
            </a:endParaRPr>
          </a:p>
        </p:txBody>
      </p:sp>
      <p:sp>
        <p:nvSpPr>
          <p:cNvPr id="18" name="Текст 4">
            <a:extLst>
              <a:ext uri="{FF2B5EF4-FFF2-40B4-BE49-F238E27FC236}">
                <a16:creationId xmlns:a16="http://schemas.microsoft.com/office/drawing/2014/main" id="{6198EFBD-38CD-4014-92C3-1825BBB5FEE5}"/>
              </a:ext>
            </a:extLst>
          </p:cNvPr>
          <p:cNvSpPr>
            <a:spLocks noGrp="1"/>
          </p:cNvSpPr>
          <p:nvPr>
            <p:ph type="body" sz="quarter" idx="29" hasCustomPrompt="1"/>
          </p:nvPr>
        </p:nvSpPr>
        <p:spPr>
          <a:xfrm>
            <a:off x="1697761" y="1155131"/>
            <a:ext cx="1618549" cy="476588"/>
          </a:xfrm>
          <a:prstGeom prst="rect">
            <a:avLst/>
          </a:prstGeom>
        </p:spPr>
        <p:txBody>
          <a:bodyPr anchor="ctr"/>
          <a:lstStyle>
            <a:lvl1pPr marL="0" indent="0" algn="ctr">
              <a:lnSpc>
                <a:spcPct val="100000"/>
              </a:lnSpc>
              <a:spcBef>
                <a:spcPts val="0"/>
              </a:spcBef>
              <a:buNone/>
              <a:defRPr sz="1200">
                <a:solidFill>
                  <a:schemeClr val="bg2"/>
                </a:solidFill>
                <a:latin typeface="Arial Black" panose="020B0A04020102020204" pitchFamily="34" charset="0"/>
              </a:defRPr>
            </a:lvl1pPr>
          </a:lstStyle>
          <a:p>
            <a:pPr lvl="0"/>
            <a:r>
              <a:rPr lang="ru-RU" dirty="0"/>
              <a:t>ДЛИННЫЙ</a:t>
            </a:r>
            <a:br>
              <a:rPr lang="ru-RU" dirty="0"/>
            </a:br>
            <a:r>
              <a:rPr lang="ru-RU" dirty="0"/>
              <a:t>ЗАГОЛОВОК</a:t>
            </a:r>
          </a:p>
        </p:txBody>
      </p:sp>
    </p:spTree>
    <p:extLst>
      <p:ext uri="{BB962C8B-B14F-4D97-AF65-F5344CB8AC3E}">
        <p14:creationId xmlns:p14="http://schemas.microsoft.com/office/powerpoint/2010/main" val="3373677753"/>
      </p:ext>
    </p:extLst>
  </p:cSld>
  <p:clrMapOvr>
    <a:masterClrMapping/>
  </p:clrMapOvr>
  <p:transition spd="slow">
    <p:fade thruBlk="1"/>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Цитаты.">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13" name="Рисунок 18">
            <a:extLst>
              <a:ext uri="{FF2B5EF4-FFF2-40B4-BE49-F238E27FC236}">
                <a16:creationId xmlns:a16="http://schemas.microsoft.com/office/drawing/2014/main" id="{D8CABE74-539B-4D1B-9B57-358C27A805D8}"/>
              </a:ext>
            </a:extLst>
          </p:cNvPr>
          <p:cNvSpPr/>
          <p:nvPr userDrawn="1"/>
        </p:nvSpPr>
        <p:spPr>
          <a:xfrm>
            <a:off x="7483328" y="3655553"/>
            <a:ext cx="1359869" cy="1338722"/>
          </a:xfrm>
          <a:custGeom>
            <a:avLst/>
            <a:gdLst>
              <a:gd name="connsiteX0" fmla="*/ 646153 w 1388417"/>
              <a:gd name="connsiteY0" fmla="*/ 25178 h 1366826"/>
              <a:gd name="connsiteX1" fmla="*/ 566629 w 1388417"/>
              <a:gd name="connsiteY1" fmla="*/ 624052 h 1366826"/>
              <a:gd name="connsiteX2" fmla="*/ 171864 w 1388417"/>
              <a:gd name="connsiteY2" fmla="*/ 1366827 h 1366826"/>
              <a:gd name="connsiteX3" fmla="*/ 0 w 1388417"/>
              <a:gd name="connsiteY3" fmla="*/ 1366827 h 1366826"/>
              <a:gd name="connsiteX4" fmla="*/ 1431 w 1388417"/>
              <a:gd name="connsiteY4" fmla="*/ 1362774 h 1366826"/>
              <a:gd name="connsiteX5" fmla="*/ 163187 w 1388417"/>
              <a:gd name="connsiteY5" fmla="*/ 561790 h 1366826"/>
              <a:gd name="connsiteX6" fmla="*/ 102449 w 1388417"/>
              <a:gd name="connsiteY6" fmla="*/ 0 h 1366826"/>
              <a:gd name="connsiteX7" fmla="*/ 646153 w 1388417"/>
              <a:gd name="connsiteY7" fmla="*/ 0 h 1366826"/>
              <a:gd name="connsiteX8" fmla="*/ 646153 w 1388417"/>
              <a:gd name="connsiteY8" fmla="*/ 25178 h 1366826"/>
              <a:gd name="connsiteX9" fmla="*/ 1387639 w 1388417"/>
              <a:gd name="connsiteY9" fmla="*/ 14388 h 1366826"/>
              <a:gd name="connsiteX10" fmla="*/ 1308099 w 1388417"/>
              <a:gd name="connsiteY10" fmla="*/ 624052 h 1366826"/>
              <a:gd name="connsiteX11" fmla="*/ 913338 w 1388417"/>
              <a:gd name="connsiteY11" fmla="*/ 1366827 h 1366826"/>
              <a:gd name="connsiteX12" fmla="*/ 741482 w 1388417"/>
              <a:gd name="connsiteY12" fmla="*/ 1366827 h 1366826"/>
              <a:gd name="connsiteX13" fmla="*/ 742913 w 1388417"/>
              <a:gd name="connsiteY13" fmla="*/ 1362774 h 1366826"/>
              <a:gd name="connsiteX14" fmla="*/ 904670 w 1388417"/>
              <a:gd name="connsiteY14" fmla="*/ 561790 h 1366826"/>
              <a:gd name="connsiteX15" fmla="*/ 843938 w 1388417"/>
              <a:gd name="connsiteY15" fmla="*/ 0 h 1366826"/>
              <a:gd name="connsiteX16" fmla="*/ 1387639 w 1388417"/>
              <a:gd name="connsiteY16" fmla="*/ 0 h 1366826"/>
              <a:gd name="connsiteX17" fmla="*/ 1387639 w 1388417"/>
              <a:gd name="connsiteY17" fmla="*/ 14388 h 136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8417" h="1366826">
                <a:moveTo>
                  <a:pt x="646153" y="25178"/>
                </a:moveTo>
                <a:cubicBezTo>
                  <a:pt x="651931" y="308972"/>
                  <a:pt x="625431" y="433901"/>
                  <a:pt x="566629" y="624052"/>
                </a:cubicBezTo>
                <a:cubicBezTo>
                  <a:pt x="507824" y="814211"/>
                  <a:pt x="376240" y="1061800"/>
                  <a:pt x="171864" y="1366827"/>
                </a:cubicBezTo>
                <a:lnTo>
                  <a:pt x="0" y="1366827"/>
                </a:lnTo>
                <a:cubicBezTo>
                  <a:pt x="0" y="1366827"/>
                  <a:pt x="954" y="1364125"/>
                  <a:pt x="1431" y="1362774"/>
                </a:cubicBezTo>
                <a:cubicBezTo>
                  <a:pt x="109271" y="1056188"/>
                  <a:pt x="163187" y="789190"/>
                  <a:pt x="163187" y="561790"/>
                </a:cubicBezTo>
                <a:cubicBezTo>
                  <a:pt x="163187" y="411207"/>
                  <a:pt x="142944" y="166033"/>
                  <a:pt x="102449" y="0"/>
                </a:cubicBezTo>
                <a:lnTo>
                  <a:pt x="646153" y="0"/>
                </a:lnTo>
                <a:lnTo>
                  <a:pt x="646153" y="25178"/>
                </a:lnTo>
                <a:close/>
                <a:moveTo>
                  <a:pt x="1387639" y="14388"/>
                </a:moveTo>
                <a:cubicBezTo>
                  <a:pt x="1393431" y="298181"/>
                  <a:pt x="1366913" y="433901"/>
                  <a:pt x="1308099" y="624052"/>
                </a:cubicBezTo>
                <a:cubicBezTo>
                  <a:pt x="1249298" y="814211"/>
                  <a:pt x="1117711" y="1061800"/>
                  <a:pt x="913338" y="1366827"/>
                </a:cubicBezTo>
                <a:lnTo>
                  <a:pt x="741482" y="1366827"/>
                </a:lnTo>
                <a:cubicBezTo>
                  <a:pt x="741482" y="1366827"/>
                  <a:pt x="742433" y="1364125"/>
                  <a:pt x="742913" y="1362774"/>
                </a:cubicBezTo>
                <a:cubicBezTo>
                  <a:pt x="850751" y="1056188"/>
                  <a:pt x="904670" y="789190"/>
                  <a:pt x="904670" y="561790"/>
                </a:cubicBezTo>
                <a:cubicBezTo>
                  <a:pt x="904670" y="411207"/>
                  <a:pt x="884423" y="166033"/>
                  <a:pt x="843938" y="0"/>
                </a:cubicBezTo>
                <a:lnTo>
                  <a:pt x="1387639" y="0"/>
                </a:lnTo>
                <a:lnTo>
                  <a:pt x="1387639" y="14388"/>
                </a:lnTo>
                <a:close/>
              </a:path>
            </a:pathLst>
          </a:custGeom>
          <a:noFill/>
          <a:ln w="37520" cap="flat">
            <a:gradFill>
              <a:gsLst>
                <a:gs pos="33000">
                  <a:schemeClr val="accent5"/>
                </a:gs>
                <a:gs pos="69000">
                  <a:schemeClr val="accent2"/>
                </a:gs>
              </a:gsLst>
              <a:lin ang="19200000" scaled="0"/>
            </a:gradFill>
            <a:prstDash val="solid"/>
            <a:miter/>
          </a:ln>
        </p:spPr>
        <p:txBody>
          <a:bodyPr rtlCol="0" anchor="ctr"/>
          <a:lstStyle/>
          <a:p>
            <a:endParaRPr lang="ru-RU"/>
          </a:p>
        </p:txBody>
      </p:sp>
      <p:sp>
        <p:nvSpPr>
          <p:cNvPr id="14" name="Рисунок 19">
            <a:extLst>
              <a:ext uri="{FF2B5EF4-FFF2-40B4-BE49-F238E27FC236}">
                <a16:creationId xmlns:a16="http://schemas.microsoft.com/office/drawing/2014/main" id="{4054B43C-F2D0-4D0E-9B72-80BCBBFDB4F6}"/>
              </a:ext>
            </a:extLst>
          </p:cNvPr>
          <p:cNvSpPr/>
          <p:nvPr userDrawn="1"/>
        </p:nvSpPr>
        <p:spPr>
          <a:xfrm rot="10800000">
            <a:off x="229867" y="240655"/>
            <a:ext cx="1359869" cy="1338722"/>
          </a:xfrm>
          <a:custGeom>
            <a:avLst/>
            <a:gdLst>
              <a:gd name="connsiteX0" fmla="*/ 646153 w 1388417"/>
              <a:gd name="connsiteY0" fmla="*/ 25178 h 1366826"/>
              <a:gd name="connsiteX1" fmla="*/ 566629 w 1388417"/>
              <a:gd name="connsiteY1" fmla="*/ 624052 h 1366826"/>
              <a:gd name="connsiteX2" fmla="*/ 171864 w 1388417"/>
              <a:gd name="connsiteY2" fmla="*/ 1366827 h 1366826"/>
              <a:gd name="connsiteX3" fmla="*/ 0 w 1388417"/>
              <a:gd name="connsiteY3" fmla="*/ 1366827 h 1366826"/>
              <a:gd name="connsiteX4" fmla="*/ 1431 w 1388417"/>
              <a:gd name="connsiteY4" fmla="*/ 1362774 h 1366826"/>
              <a:gd name="connsiteX5" fmla="*/ 163187 w 1388417"/>
              <a:gd name="connsiteY5" fmla="*/ 561790 h 1366826"/>
              <a:gd name="connsiteX6" fmla="*/ 102449 w 1388417"/>
              <a:gd name="connsiteY6" fmla="*/ 0 h 1366826"/>
              <a:gd name="connsiteX7" fmla="*/ 646153 w 1388417"/>
              <a:gd name="connsiteY7" fmla="*/ 0 h 1366826"/>
              <a:gd name="connsiteX8" fmla="*/ 646153 w 1388417"/>
              <a:gd name="connsiteY8" fmla="*/ 25178 h 1366826"/>
              <a:gd name="connsiteX9" fmla="*/ 1387639 w 1388417"/>
              <a:gd name="connsiteY9" fmla="*/ 14388 h 1366826"/>
              <a:gd name="connsiteX10" fmla="*/ 1308099 w 1388417"/>
              <a:gd name="connsiteY10" fmla="*/ 624052 h 1366826"/>
              <a:gd name="connsiteX11" fmla="*/ 913338 w 1388417"/>
              <a:gd name="connsiteY11" fmla="*/ 1366827 h 1366826"/>
              <a:gd name="connsiteX12" fmla="*/ 741482 w 1388417"/>
              <a:gd name="connsiteY12" fmla="*/ 1366827 h 1366826"/>
              <a:gd name="connsiteX13" fmla="*/ 742913 w 1388417"/>
              <a:gd name="connsiteY13" fmla="*/ 1362774 h 1366826"/>
              <a:gd name="connsiteX14" fmla="*/ 904670 w 1388417"/>
              <a:gd name="connsiteY14" fmla="*/ 561790 h 1366826"/>
              <a:gd name="connsiteX15" fmla="*/ 843938 w 1388417"/>
              <a:gd name="connsiteY15" fmla="*/ 0 h 1366826"/>
              <a:gd name="connsiteX16" fmla="*/ 1387639 w 1388417"/>
              <a:gd name="connsiteY16" fmla="*/ 0 h 1366826"/>
              <a:gd name="connsiteX17" fmla="*/ 1387639 w 1388417"/>
              <a:gd name="connsiteY17" fmla="*/ 14388 h 136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8417" h="1366826">
                <a:moveTo>
                  <a:pt x="646153" y="25178"/>
                </a:moveTo>
                <a:cubicBezTo>
                  <a:pt x="651931" y="308972"/>
                  <a:pt x="625431" y="433901"/>
                  <a:pt x="566629" y="624052"/>
                </a:cubicBezTo>
                <a:cubicBezTo>
                  <a:pt x="507824" y="814211"/>
                  <a:pt x="376240" y="1061800"/>
                  <a:pt x="171864" y="1366827"/>
                </a:cubicBezTo>
                <a:lnTo>
                  <a:pt x="0" y="1366827"/>
                </a:lnTo>
                <a:cubicBezTo>
                  <a:pt x="0" y="1366827"/>
                  <a:pt x="954" y="1364125"/>
                  <a:pt x="1431" y="1362774"/>
                </a:cubicBezTo>
                <a:cubicBezTo>
                  <a:pt x="109271" y="1056188"/>
                  <a:pt x="163187" y="789190"/>
                  <a:pt x="163187" y="561790"/>
                </a:cubicBezTo>
                <a:cubicBezTo>
                  <a:pt x="163187" y="411207"/>
                  <a:pt x="142944" y="166033"/>
                  <a:pt x="102449" y="0"/>
                </a:cubicBezTo>
                <a:lnTo>
                  <a:pt x="646153" y="0"/>
                </a:lnTo>
                <a:lnTo>
                  <a:pt x="646153" y="25178"/>
                </a:lnTo>
                <a:close/>
                <a:moveTo>
                  <a:pt x="1387639" y="14388"/>
                </a:moveTo>
                <a:cubicBezTo>
                  <a:pt x="1393431" y="298181"/>
                  <a:pt x="1366913" y="433901"/>
                  <a:pt x="1308099" y="624052"/>
                </a:cubicBezTo>
                <a:cubicBezTo>
                  <a:pt x="1249298" y="814211"/>
                  <a:pt x="1117711" y="1061800"/>
                  <a:pt x="913338" y="1366827"/>
                </a:cubicBezTo>
                <a:lnTo>
                  <a:pt x="741482" y="1366827"/>
                </a:lnTo>
                <a:cubicBezTo>
                  <a:pt x="741482" y="1366827"/>
                  <a:pt x="742433" y="1364125"/>
                  <a:pt x="742913" y="1362774"/>
                </a:cubicBezTo>
                <a:cubicBezTo>
                  <a:pt x="850751" y="1056188"/>
                  <a:pt x="904670" y="789190"/>
                  <a:pt x="904670" y="561790"/>
                </a:cubicBezTo>
                <a:cubicBezTo>
                  <a:pt x="904670" y="411207"/>
                  <a:pt x="884423" y="166033"/>
                  <a:pt x="843938" y="0"/>
                </a:cubicBezTo>
                <a:lnTo>
                  <a:pt x="1387639" y="0"/>
                </a:lnTo>
                <a:lnTo>
                  <a:pt x="1387639" y="14388"/>
                </a:lnTo>
                <a:close/>
              </a:path>
            </a:pathLst>
          </a:custGeom>
          <a:noFill/>
          <a:ln w="37520" cap="flat">
            <a:gradFill>
              <a:gsLst>
                <a:gs pos="32000">
                  <a:schemeClr val="accent5"/>
                </a:gs>
                <a:gs pos="65000">
                  <a:schemeClr val="accent2"/>
                </a:gs>
              </a:gsLst>
              <a:lin ang="7800000" scaled="0"/>
            </a:gradFill>
            <a:prstDash val="solid"/>
            <a:miter/>
          </a:ln>
        </p:spPr>
        <p:txBody>
          <a:bodyPr rtlCol="0" anchor="ctr"/>
          <a:lstStyle/>
          <a:p>
            <a:endParaRPr lang="ru-RU"/>
          </a:p>
        </p:txBody>
      </p:sp>
      <p:sp>
        <p:nvSpPr>
          <p:cNvPr id="17" name="Прямоугольник: скругленные углы 16">
            <a:extLst>
              <a:ext uri="{FF2B5EF4-FFF2-40B4-BE49-F238E27FC236}">
                <a16:creationId xmlns:a16="http://schemas.microsoft.com/office/drawing/2014/main" id="{4B2B0A94-411B-4FE3-B326-D23391AA2CA8}"/>
              </a:ext>
            </a:extLst>
          </p:cNvPr>
          <p:cNvSpPr/>
          <p:nvPr userDrawn="1"/>
        </p:nvSpPr>
        <p:spPr>
          <a:xfrm>
            <a:off x="1268639" y="722852"/>
            <a:ext cx="6606722" cy="3699385"/>
          </a:xfrm>
          <a:prstGeom prst="roundRect">
            <a:avLst>
              <a:gd name="adj" fmla="val 0"/>
            </a:avLst>
          </a:prstGeom>
          <a:solidFill>
            <a:schemeClr val="bg1"/>
          </a:solidFill>
          <a:ln w="31750">
            <a:noFill/>
          </a:ln>
          <a:effectLst>
            <a:outerShdw blurRad="3302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a:solidFill>
                <a:srgbClr val="FFFFFF"/>
              </a:solidFill>
              <a:latin typeface="Calibri" panose="020F0502020204030204"/>
            </a:endParaRPr>
          </a:p>
        </p:txBody>
      </p:sp>
      <p:sp>
        <p:nvSpPr>
          <p:cNvPr id="27" name="Текст 5">
            <a:extLst>
              <a:ext uri="{FF2B5EF4-FFF2-40B4-BE49-F238E27FC236}">
                <a16:creationId xmlns:a16="http://schemas.microsoft.com/office/drawing/2014/main" id="{AF275A50-3BC7-480D-9ECA-7752EAE0C7D5}"/>
              </a:ext>
            </a:extLst>
          </p:cNvPr>
          <p:cNvSpPr>
            <a:spLocks noGrp="1"/>
          </p:cNvSpPr>
          <p:nvPr>
            <p:ph type="body" sz="quarter" idx="24" hasCustomPrompt="1"/>
          </p:nvPr>
        </p:nvSpPr>
        <p:spPr>
          <a:xfrm>
            <a:off x="1589736" y="2066458"/>
            <a:ext cx="2827140" cy="1493966"/>
          </a:xfrm>
          <a:prstGeom prst="rect">
            <a:avLst/>
          </a:prstGeom>
        </p:spPr>
        <p:txBody>
          <a:bodyPr/>
          <a:lstStyle>
            <a:lvl1pPr marL="171450" indent="-171450">
              <a:buFont typeface="Arial" panose="020B0604020202020204" pitchFamily="34" charset="0"/>
              <a:buChar char="•"/>
              <a:defRPr sz="100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38" name="Текст 4">
            <a:extLst>
              <a:ext uri="{FF2B5EF4-FFF2-40B4-BE49-F238E27FC236}">
                <a16:creationId xmlns:a16="http://schemas.microsoft.com/office/drawing/2014/main" id="{282A97BB-C94E-456D-95BF-27CEE1C767E7}"/>
              </a:ext>
            </a:extLst>
          </p:cNvPr>
          <p:cNvSpPr>
            <a:spLocks noGrp="1"/>
          </p:cNvSpPr>
          <p:nvPr>
            <p:ph type="body" sz="quarter" idx="30" hasCustomPrompt="1"/>
          </p:nvPr>
        </p:nvSpPr>
        <p:spPr>
          <a:xfrm>
            <a:off x="2923757" y="860917"/>
            <a:ext cx="3296486" cy="476588"/>
          </a:xfrm>
          <a:prstGeom prst="rect">
            <a:avLst/>
          </a:prstGeom>
        </p:spPr>
        <p:txBody>
          <a:bodyPr anchor="ctr"/>
          <a:lstStyle>
            <a:lvl1pPr marL="0" indent="0" algn="ctr">
              <a:lnSpc>
                <a:spcPct val="100000"/>
              </a:lnSpc>
              <a:spcBef>
                <a:spcPts val="0"/>
              </a:spcBef>
              <a:buNone/>
              <a:defRPr sz="2400">
                <a:solidFill>
                  <a:schemeClr val="tx1"/>
                </a:solidFill>
                <a:latin typeface="Arial Black" panose="020B0A04020102020204" pitchFamily="34" charset="0"/>
              </a:defRPr>
            </a:lvl1pPr>
          </a:lstStyle>
          <a:p>
            <a:pPr lvl="0"/>
            <a:r>
              <a:rPr lang="ru-RU" dirty="0"/>
              <a:t>ЗАГОЛОВОК</a:t>
            </a:r>
          </a:p>
        </p:txBody>
      </p:sp>
      <p:sp>
        <p:nvSpPr>
          <p:cNvPr id="2" name="Дата 1">
            <a:extLst>
              <a:ext uri="{FF2B5EF4-FFF2-40B4-BE49-F238E27FC236}">
                <a16:creationId xmlns:a16="http://schemas.microsoft.com/office/drawing/2014/main" id="{8A758CCB-4437-424E-B91B-0B6A62D3E4A4}"/>
              </a:ext>
            </a:extLst>
          </p:cNvPr>
          <p:cNvSpPr>
            <a:spLocks noGrp="1"/>
          </p:cNvSpPr>
          <p:nvPr>
            <p:ph type="dt" sz="half" idx="31"/>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DAC5A403-3921-441A-9C7F-6F12D8F0AAAC}"/>
              </a:ext>
            </a:extLst>
          </p:cNvPr>
          <p:cNvSpPr>
            <a:spLocks noGrp="1"/>
          </p:cNvSpPr>
          <p:nvPr>
            <p:ph type="sldNum" sz="quarter" idx="32"/>
          </p:nvPr>
        </p:nvSpPr>
        <p:spPr/>
        <p:txBody>
          <a:bodyPr/>
          <a:lstStyle>
            <a:lvl1pPr>
              <a:defRPr>
                <a:solidFill>
                  <a:schemeClr val="tx1"/>
                </a:solidFill>
              </a:defRPr>
            </a:lvl1pPr>
          </a:lstStyle>
          <a:p>
            <a:fld id="{03D1A0BF-D385-4A72-B24F-35C80431A2AC}" type="slidenum">
              <a:rPr lang="ru-RU" smtClean="0"/>
              <a:pPr/>
              <a:t>‹#›</a:t>
            </a:fld>
            <a:endParaRPr lang="ru-RU"/>
          </a:p>
        </p:txBody>
      </p:sp>
      <p:sp>
        <p:nvSpPr>
          <p:cNvPr id="22" name="Текст 5">
            <a:extLst>
              <a:ext uri="{FF2B5EF4-FFF2-40B4-BE49-F238E27FC236}">
                <a16:creationId xmlns:a16="http://schemas.microsoft.com/office/drawing/2014/main" id="{A1231A56-A948-4688-AF28-B70E86B31198}"/>
              </a:ext>
            </a:extLst>
          </p:cNvPr>
          <p:cNvSpPr>
            <a:spLocks noGrp="1"/>
          </p:cNvSpPr>
          <p:nvPr>
            <p:ph type="body" sz="quarter" idx="33" hasCustomPrompt="1"/>
          </p:nvPr>
        </p:nvSpPr>
        <p:spPr>
          <a:xfrm>
            <a:off x="4722863" y="2066458"/>
            <a:ext cx="2827140" cy="1493966"/>
          </a:xfrm>
          <a:prstGeom prst="rect">
            <a:avLst/>
          </a:prstGeom>
        </p:spPr>
        <p:txBody>
          <a:bodyPr/>
          <a:lstStyle>
            <a:lvl1pPr marL="171450" indent="-171450">
              <a:buFont typeface="Arial" panose="020B0604020202020204" pitchFamily="34" charset="0"/>
              <a:buChar char="•"/>
              <a:defRPr sz="100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en-US" dirty="0"/>
          </a:p>
          <a:p>
            <a:pPr lvl="0"/>
            <a:endParaRPr lang="ru-RU" dirty="0"/>
          </a:p>
        </p:txBody>
      </p:sp>
      <p:sp>
        <p:nvSpPr>
          <p:cNvPr id="23" name="Текст 4">
            <a:extLst>
              <a:ext uri="{FF2B5EF4-FFF2-40B4-BE49-F238E27FC236}">
                <a16:creationId xmlns:a16="http://schemas.microsoft.com/office/drawing/2014/main" id="{C26E2CAA-BD28-4D8E-A3AC-393C0298C52C}"/>
              </a:ext>
            </a:extLst>
          </p:cNvPr>
          <p:cNvSpPr>
            <a:spLocks noGrp="1"/>
          </p:cNvSpPr>
          <p:nvPr>
            <p:ph type="body" sz="quarter" idx="34" hasCustomPrompt="1"/>
          </p:nvPr>
        </p:nvSpPr>
        <p:spPr>
          <a:xfrm>
            <a:off x="2923757" y="1356555"/>
            <a:ext cx="3296486" cy="319845"/>
          </a:xfrm>
          <a:prstGeom prst="rect">
            <a:avLst/>
          </a:prstGeom>
        </p:spPr>
        <p:txBody>
          <a:bodyPr anchor="ctr"/>
          <a:lstStyle>
            <a:lvl1pPr marL="0" indent="0" algn="ctr">
              <a:lnSpc>
                <a:spcPct val="100000"/>
              </a:lnSpc>
              <a:spcBef>
                <a:spcPts val="0"/>
              </a:spcBef>
              <a:buNone/>
              <a:defRPr sz="1600">
                <a:solidFill>
                  <a:schemeClr val="bg2"/>
                </a:solidFill>
                <a:latin typeface="Arial Black" panose="020B0A04020102020204" pitchFamily="34" charset="0"/>
              </a:defRPr>
            </a:lvl1pPr>
          </a:lstStyle>
          <a:p>
            <a:pPr lvl="0"/>
            <a:r>
              <a:rPr lang="ru-RU" dirty="0"/>
              <a:t>Подзаголовок:</a:t>
            </a:r>
          </a:p>
        </p:txBody>
      </p:sp>
      <p:cxnSp>
        <p:nvCxnSpPr>
          <p:cNvPr id="24" name="Прямая соединительная линия 23">
            <a:extLst>
              <a:ext uri="{FF2B5EF4-FFF2-40B4-BE49-F238E27FC236}">
                <a16:creationId xmlns:a16="http://schemas.microsoft.com/office/drawing/2014/main" id="{5A863197-451B-4603-805B-25336C7EB9AD}"/>
              </a:ext>
            </a:extLst>
          </p:cNvPr>
          <p:cNvCxnSpPr>
            <a:cxnSpLocks/>
          </p:cNvCxnSpPr>
          <p:nvPr userDrawn="1"/>
        </p:nvCxnSpPr>
        <p:spPr>
          <a:xfrm>
            <a:off x="2627749" y="1874610"/>
            <a:ext cx="751114" cy="0"/>
          </a:xfrm>
          <a:prstGeom prst="line">
            <a:avLst/>
          </a:prstGeom>
          <a:ln w="38100" cap="rnd">
            <a:gradFill flip="none" rotWithShape="1">
              <a:gsLst>
                <a:gs pos="25000">
                  <a:schemeClr val="accent5"/>
                </a:gs>
                <a:gs pos="75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a:extLst>
              <a:ext uri="{FF2B5EF4-FFF2-40B4-BE49-F238E27FC236}">
                <a16:creationId xmlns:a16="http://schemas.microsoft.com/office/drawing/2014/main" id="{04F17A19-EBC8-45A7-A5F1-05732C5DFE4D}"/>
              </a:ext>
            </a:extLst>
          </p:cNvPr>
          <p:cNvCxnSpPr>
            <a:cxnSpLocks/>
          </p:cNvCxnSpPr>
          <p:nvPr userDrawn="1"/>
        </p:nvCxnSpPr>
        <p:spPr>
          <a:xfrm>
            <a:off x="5760876" y="1876170"/>
            <a:ext cx="751114" cy="0"/>
          </a:xfrm>
          <a:prstGeom prst="line">
            <a:avLst/>
          </a:prstGeom>
          <a:ln w="38100" cap="rnd">
            <a:gradFill flip="none" rotWithShape="1">
              <a:gsLst>
                <a:gs pos="25000">
                  <a:schemeClr val="accent5"/>
                </a:gs>
                <a:gs pos="75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5" name="Текст 5">
            <a:extLst>
              <a:ext uri="{FF2B5EF4-FFF2-40B4-BE49-F238E27FC236}">
                <a16:creationId xmlns:a16="http://schemas.microsoft.com/office/drawing/2014/main" id="{0FDC7011-79AA-4D5A-8A1C-FAB2BF03546B}"/>
              </a:ext>
            </a:extLst>
          </p:cNvPr>
          <p:cNvSpPr>
            <a:spLocks noGrp="1"/>
          </p:cNvSpPr>
          <p:nvPr>
            <p:ph type="body" sz="quarter" idx="35" hasCustomPrompt="1"/>
          </p:nvPr>
        </p:nvSpPr>
        <p:spPr>
          <a:xfrm>
            <a:off x="180036" y="4831345"/>
            <a:ext cx="3706164" cy="181980"/>
          </a:xfrm>
          <a:prstGeom prst="rect">
            <a:avLst/>
          </a:prstGeom>
        </p:spPr>
        <p:txBody>
          <a:bodyPr/>
          <a:lstStyle>
            <a:lvl1pPr marL="0" indent="0">
              <a:buFont typeface="Arial" panose="020B0604020202020204" pitchFamily="34" charset="0"/>
              <a:buNone/>
              <a:defRPr sz="800">
                <a:solidFill>
                  <a:schemeClr val="bg1">
                    <a:lumMod val="75000"/>
                  </a:schemeClr>
                </a:solidFill>
              </a:defRPr>
            </a:lvl1pPr>
          </a:lstStyle>
          <a:p>
            <a:pPr lvl="0"/>
            <a:r>
              <a:rPr lang="en-US" dirty="0"/>
              <a:t>On the other hand, we denounce with righteous indignation</a:t>
            </a:r>
            <a:endParaRPr lang="ru-RU" dirty="0"/>
          </a:p>
        </p:txBody>
      </p:sp>
    </p:spTree>
    <p:extLst>
      <p:ext uri="{BB962C8B-B14F-4D97-AF65-F5344CB8AC3E}">
        <p14:creationId xmlns:p14="http://schemas.microsoft.com/office/powerpoint/2010/main" val="3373700285"/>
      </p:ext>
    </p:extLst>
  </p:cSld>
  <p:clrMapOvr>
    <a:masterClrMapping/>
  </p:clrMapOvr>
  <p:transition spd="slow">
    <p:fade thruBlk="1"/>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Три цветных рамочки с текстом.">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11" name="Скругленный прямоугольник 29">
            <a:extLst>
              <a:ext uri="{FF2B5EF4-FFF2-40B4-BE49-F238E27FC236}">
                <a16:creationId xmlns:a16="http://schemas.microsoft.com/office/drawing/2014/main" id="{1E1DDFB5-99D1-4E04-8226-90CBB59B8373}"/>
              </a:ext>
            </a:extLst>
          </p:cNvPr>
          <p:cNvSpPr/>
          <p:nvPr userDrawn="1"/>
        </p:nvSpPr>
        <p:spPr>
          <a:xfrm rot="16200000">
            <a:off x="124059" y="1533624"/>
            <a:ext cx="3297479" cy="2574461"/>
          </a:xfrm>
          <a:prstGeom prst="roundRect">
            <a:avLst>
              <a:gd name="adj" fmla="val 15747"/>
            </a:avLst>
          </a:prstGeom>
          <a:noFill/>
          <a:ln w="38100">
            <a:gradFill flip="none" rotWithShape="1">
              <a:gsLst>
                <a:gs pos="67000">
                  <a:schemeClr val="accent2"/>
                </a:gs>
                <a:gs pos="26000">
                  <a:schemeClr val="accent5"/>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2" name="Скругленный прямоугольник 38">
            <a:extLst>
              <a:ext uri="{FF2B5EF4-FFF2-40B4-BE49-F238E27FC236}">
                <a16:creationId xmlns:a16="http://schemas.microsoft.com/office/drawing/2014/main" id="{BC340358-7FEF-485A-B3EB-660E4140A597}"/>
              </a:ext>
            </a:extLst>
          </p:cNvPr>
          <p:cNvSpPr/>
          <p:nvPr userDrawn="1"/>
        </p:nvSpPr>
        <p:spPr>
          <a:xfrm rot="16200000">
            <a:off x="2850662" y="1533617"/>
            <a:ext cx="3297479" cy="2574463"/>
          </a:xfrm>
          <a:prstGeom prst="roundRect">
            <a:avLst>
              <a:gd name="adj" fmla="val 15747"/>
            </a:avLst>
          </a:prstGeom>
          <a:noFill/>
          <a:ln w="38100">
            <a:gradFill flip="none" rotWithShape="1">
              <a:gsLst>
                <a:gs pos="67000">
                  <a:schemeClr val="accent2"/>
                </a:gs>
                <a:gs pos="26000">
                  <a:schemeClr val="accent5"/>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3" name="Скругленный прямоугольник 38">
            <a:extLst>
              <a:ext uri="{FF2B5EF4-FFF2-40B4-BE49-F238E27FC236}">
                <a16:creationId xmlns:a16="http://schemas.microsoft.com/office/drawing/2014/main" id="{6A73EE3A-A737-4BFC-BF78-09964F16F46B}"/>
              </a:ext>
            </a:extLst>
          </p:cNvPr>
          <p:cNvSpPr/>
          <p:nvPr userDrawn="1"/>
        </p:nvSpPr>
        <p:spPr>
          <a:xfrm rot="16200000">
            <a:off x="5577266" y="1533616"/>
            <a:ext cx="3297479" cy="2574464"/>
          </a:xfrm>
          <a:prstGeom prst="roundRect">
            <a:avLst>
              <a:gd name="adj" fmla="val 15747"/>
            </a:avLst>
          </a:prstGeom>
          <a:noFill/>
          <a:ln w="38100">
            <a:gradFill flip="none" rotWithShape="1">
              <a:gsLst>
                <a:gs pos="67000">
                  <a:schemeClr val="accent2"/>
                </a:gs>
                <a:gs pos="26000">
                  <a:schemeClr val="accent5"/>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738478" y="1452629"/>
            <a:ext cx="1950933" cy="506797"/>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a:t>
            </a:r>
            <a:br>
              <a:rPr lang="ru-RU" dirty="0"/>
            </a:br>
            <a:r>
              <a:rPr lang="ru-RU" dirty="0"/>
              <a:t>ОДИН</a:t>
            </a:r>
          </a:p>
        </p:txBody>
      </p:sp>
      <p:sp>
        <p:nvSpPr>
          <p:cNvPr id="17" name="Текст 37">
            <a:extLst>
              <a:ext uri="{FF2B5EF4-FFF2-40B4-BE49-F238E27FC236}">
                <a16:creationId xmlns:a16="http://schemas.microsoft.com/office/drawing/2014/main" id="{C2E34FA2-8F98-44AE-ABBE-DA2CCD975C73}"/>
              </a:ext>
            </a:extLst>
          </p:cNvPr>
          <p:cNvSpPr>
            <a:spLocks noGrp="1"/>
          </p:cNvSpPr>
          <p:nvPr>
            <p:ph type="body" sz="quarter" idx="14" hasCustomPrompt="1"/>
          </p:nvPr>
        </p:nvSpPr>
        <p:spPr>
          <a:xfrm>
            <a:off x="3454777" y="1452629"/>
            <a:ext cx="1950933" cy="506797"/>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a:t>
            </a:r>
            <a:br>
              <a:rPr lang="ru-RU" dirty="0"/>
            </a:br>
            <a:r>
              <a:rPr lang="ru-RU" dirty="0"/>
              <a:t>ДВА</a:t>
            </a:r>
          </a:p>
        </p:txBody>
      </p:sp>
      <p:sp>
        <p:nvSpPr>
          <p:cNvPr id="18" name="Текст 37">
            <a:extLst>
              <a:ext uri="{FF2B5EF4-FFF2-40B4-BE49-F238E27FC236}">
                <a16:creationId xmlns:a16="http://schemas.microsoft.com/office/drawing/2014/main" id="{6FBC81CC-01AF-4EA1-885C-C18168ABC1D8}"/>
              </a:ext>
            </a:extLst>
          </p:cNvPr>
          <p:cNvSpPr>
            <a:spLocks noGrp="1"/>
          </p:cNvSpPr>
          <p:nvPr>
            <p:ph type="body" sz="quarter" idx="15" hasCustomPrompt="1"/>
          </p:nvPr>
        </p:nvSpPr>
        <p:spPr>
          <a:xfrm>
            <a:off x="6204381" y="1452629"/>
            <a:ext cx="1950933" cy="506797"/>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a:t>
            </a:r>
            <a:br>
              <a:rPr lang="ru-RU" dirty="0"/>
            </a:br>
            <a:r>
              <a:rPr lang="ru-RU" dirty="0"/>
              <a:t>ТРИ</a:t>
            </a:r>
          </a:p>
        </p:txBody>
      </p:sp>
      <p:sp>
        <p:nvSpPr>
          <p:cNvPr id="19" name="Текст 5">
            <a:extLst>
              <a:ext uri="{FF2B5EF4-FFF2-40B4-BE49-F238E27FC236}">
                <a16:creationId xmlns:a16="http://schemas.microsoft.com/office/drawing/2014/main" id="{1204E147-7AC5-4968-A3BF-56E83E9202BC}"/>
              </a:ext>
            </a:extLst>
          </p:cNvPr>
          <p:cNvSpPr>
            <a:spLocks noGrp="1"/>
          </p:cNvSpPr>
          <p:nvPr>
            <p:ph type="body" sz="quarter" idx="24" hasCustomPrompt="1"/>
          </p:nvPr>
        </p:nvSpPr>
        <p:spPr>
          <a:xfrm>
            <a:off x="738478" y="2137767"/>
            <a:ext cx="2119983" cy="1138833"/>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1" name="Текст 5">
            <a:extLst>
              <a:ext uri="{FF2B5EF4-FFF2-40B4-BE49-F238E27FC236}">
                <a16:creationId xmlns:a16="http://schemas.microsoft.com/office/drawing/2014/main" id="{D13F211E-54D2-476C-B275-E34B03FCA9BB}"/>
              </a:ext>
            </a:extLst>
          </p:cNvPr>
          <p:cNvSpPr>
            <a:spLocks noGrp="1"/>
          </p:cNvSpPr>
          <p:nvPr>
            <p:ph type="body" sz="quarter" idx="26" hasCustomPrompt="1"/>
          </p:nvPr>
        </p:nvSpPr>
        <p:spPr>
          <a:xfrm>
            <a:off x="3454777" y="2137767"/>
            <a:ext cx="2119983" cy="1138833"/>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3" name="Текст 5">
            <a:extLst>
              <a:ext uri="{FF2B5EF4-FFF2-40B4-BE49-F238E27FC236}">
                <a16:creationId xmlns:a16="http://schemas.microsoft.com/office/drawing/2014/main" id="{DC66AC50-0ADD-4CEE-8C61-60BE23C1AFA1}"/>
              </a:ext>
            </a:extLst>
          </p:cNvPr>
          <p:cNvSpPr>
            <a:spLocks noGrp="1"/>
          </p:cNvSpPr>
          <p:nvPr>
            <p:ph type="body" sz="quarter" idx="28" hasCustomPrompt="1"/>
          </p:nvPr>
        </p:nvSpPr>
        <p:spPr>
          <a:xfrm>
            <a:off x="6204381" y="2137767"/>
            <a:ext cx="2119983" cy="1138833"/>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p>
            <a:fld id="{03D1A0BF-D385-4A72-B24F-35C80431A2AC}" type="slidenum">
              <a:rPr lang="ru-RU" smtClean="0"/>
              <a:pPr/>
              <a:t>‹#›</a:t>
            </a:fld>
            <a:endParaRPr lang="ru-RU"/>
          </a:p>
        </p:txBody>
      </p:sp>
    </p:spTree>
    <p:extLst>
      <p:ext uri="{BB962C8B-B14F-4D97-AF65-F5344CB8AC3E}">
        <p14:creationId xmlns:p14="http://schemas.microsoft.com/office/powerpoint/2010/main" val="2740399494"/>
      </p:ext>
    </p:extLst>
  </p:cSld>
  <p:clrMapOvr>
    <a:masterClrMapping/>
  </p:clrMapOvr>
  <p:transition spd="slow">
    <p:fade thruBlk="1"/>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Три цветные рамочки с выводом.">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808565" y="1510647"/>
            <a:ext cx="1950933" cy="506797"/>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a:t>
            </a:r>
            <a:br>
              <a:rPr lang="ru-RU" dirty="0"/>
            </a:br>
            <a:r>
              <a:rPr lang="ru-RU" dirty="0"/>
              <a:t>ОДИН</a:t>
            </a:r>
          </a:p>
        </p:txBody>
      </p:sp>
      <p:sp>
        <p:nvSpPr>
          <p:cNvPr id="17" name="Текст 37">
            <a:extLst>
              <a:ext uri="{FF2B5EF4-FFF2-40B4-BE49-F238E27FC236}">
                <a16:creationId xmlns:a16="http://schemas.microsoft.com/office/drawing/2014/main" id="{C2E34FA2-8F98-44AE-ABBE-DA2CCD975C73}"/>
              </a:ext>
            </a:extLst>
          </p:cNvPr>
          <p:cNvSpPr>
            <a:spLocks noGrp="1"/>
          </p:cNvSpPr>
          <p:nvPr>
            <p:ph type="body" sz="quarter" idx="14" hasCustomPrompt="1"/>
          </p:nvPr>
        </p:nvSpPr>
        <p:spPr>
          <a:xfrm>
            <a:off x="3707383" y="1510647"/>
            <a:ext cx="1950933" cy="506797"/>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a:t>
            </a:r>
            <a:br>
              <a:rPr lang="ru-RU" dirty="0"/>
            </a:br>
            <a:r>
              <a:rPr lang="ru-RU" dirty="0"/>
              <a:t>ДВА</a:t>
            </a:r>
          </a:p>
        </p:txBody>
      </p:sp>
      <p:sp>
        <p:nvSpPr>
          <p:cNvPr id="18" name="Текст 37">
            <a:extLst>
              <a:ext uri="{FF2B5EF4-FFF2-40B4-BE49-F238E27FC236}">
                <a16:creationId xmlns:a16="http://schemas.microsoft.com/office/drawing/2014/main" id="{6FBC81CC-01AF-4EA1-885C-C18168ABC1D8}"/>
              </a:ext>
            </a:extLst>
          </p:cNvPr>
          <p:cNvSpPr>
            <a:spLocks noGrp="1"/>
          </p:cNvSpPr>
          <p:nvPr>
            <p:ph type="body" sz="quarter" idx="15" hasCustomPrompt="1"/>
          </p:nvPr>
        </p:nvSpPr>
        <p:spPr>
          <a:xfrm>
            <a:off x="6578570" y="1510647"/>
            <a:ext cx="1950933" cy="506797"/>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a:t>
            </a:r>
            <a:br>
              <a:rPr lang="ru-RU" dirty="0"/>
            </a:br>
            <a:r>
              <a:rPr lang="ru-RU" dirty="0"/>
              <a:t>ТРИ</a:t>
            </a:r>
          </a:p>
        </p:txBody>
      </p:sp>
      <p:sp>
        <p:nvSpPr>
          <p:cNvPr id="19" name="Текст 5">
            <a:extLst>
              <a:ext uri="{FF2B5EF4-FFF2-40B4-BE49-F238E27FC236}">
                <a16:creationId xmlns:a16="http://schemas.microsoft.com/office/drawing/2014/main" id="{1204E147-7AC5-4968-A3BF-56E83E9202BC}"/>
              </a:ext>
            </a:extLst>
          </p:cNvPr>
          <p:cNvSpPr>
            <a:spLocks noGrp="1"/>
          </p:cNvSpPr>
          <p:nvPr>
            <p:ph type="body" sz="quarter" idx="24" hasCustomPrompt="1"/>
          </p:nvPr>
        </p:nvSpPr>
        <p:spPr>
          <a:xfrm>
            <a:off x="738478" y="3457851"/>
            <a:ext cx="2119983" cy="1138833"/>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1" name="Текст 5">
            <a:extLst>
              <a:ext uri="{FF2B5EF4-FFF2-40B4-BE49-F238E27FC236}">
                <a16:creationId xmlns:a16="http://schemas.microsoft.com/office/drawing/2014/main" id="{D13F211E-54D2-476C-B275-E34B03FCA9BB}"/>
              </a:ext>
            </a:extLst>
          </p:cNvPr>
          <p:cNvSpPr>
            <a:spLocks noGrp="1"/>
          </p:cNvSpPr>
          <p:nvPr>
            <p:ph type="body" sz="quarter" idx="26" hasCustomPrompt="1"/>
          </p:nvPr>
        </p:nvSpPr>
        <p:spPr>
          <a:xfrm>
            <a:off x="3454777" y="3457851"/>
            <a:ext cx="2119983" cy="1138833"/>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23" name="Текст 5">
            <a:extLst>
              <a:ext uri="{FF2B5EF4-FFF2-40B4-BE49-F238E27FC236}">
                <a16:creationId xmlns:a16="http://schemas.microsoft.com/office/drawing/2014/main" id="{DC66AC50-0ADD-4CEE-8C61-60BE23C1AFA1}"/>
              </a:ext>
            </a:extLst>
          </p:cNvPr>
          <p:cNvSpPr>
            <a:spLocks noGrp="1"/>
          </p:cNvSpPr>
          <p:nvPr>
            <p:ph type="body" sz="quarter" idx="28" hasCustomPrompt="1"/>
          </p:nvPr>
        </p:nvSpPr>
        <p:spPr>
          <a:xfrm>
            <a:off x="6204381" y="3457851"/>
            <a:ext cx="2119983" cy="1138833"/>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p>
            <a:fld id="{03D1A0BF-D385-4A72-B24F-35C80431A2AC}" type="slidenum">
              <a:rPr lang="ru-RU" smtClean="0"/>
              <a:pPr/>
              <a:t>‹#›</a:t>
            </a:fld>
            <a:endParaRPr lang="ru-RU"/>
          </a:p>
        </p:txBody>
      </p:sp>
      <p:sp>
        <p:nvSpPr>
          <p:cNvPr id="22" name="Прямоугольник 21">
            <a:extLst>
              <a:ext uri="{FF2B5EF4-FFF2-40B4-BE49-F238E27FC236}">
                <a16:creationId xmlns:a16="http://schemas.microsoft.com/office/drawing/2014/main" id="{CFCA0D0F-D71F-433C-BC5A-B885DA879B7A}"/>
              </a:ext>
            </a:extLst>
          </p:cNvPr>
          <p:cNvSpPr/>
          <p:nvPr userDrawn="1"/>
        </p:nvSpPr>
        <p:spPr>
          <a:xfrm>
            <a:off x="260735" y="1317669"/>
            <a:ext cx="600164" cy="900246"/>
          </a:xfrm>
          <a:prstGeom prst="rect">
            <a:avLst/>
          </a:prstGeom>
          <a:noFill/>
        </p:spPr>
        <p:txBody>
          <a:bodyPr wrap="none" lIns="68580" tIns="34290" rIns="68580" bIns="34290">
            <a:spAutoFit/>
          </a:bodyPr>
          <a:lstStyle/>
          <a:p>
            <a:pPr algn="ctr" defTabSz="342900">
              <a:defRPr/>
            </a:pPr>
            <a:r>
              <a:rPr lang="en-US" sz="5400" b="1" dirty="0">
                <a:ln w="38100">
                  <a:solidFill>
                    <a:schemeClr val="accent5"/>
                  </a:solidFill>
                </a:ln>
                <a:noFill/>
                <a:latin typeface="Arial Black" panose="020B0604020202020204" pitchFamily="34" charset="0"/>
                <a:cs typeface="Arial Black" panose="020B0604020202020204" pitchFamily="34" charset="0"/>
              </a:rPr>
              <a:t>1</a:t>
            </a:r>
            <a:endParaRPr lang="ru-RU" sz="5400" b="1" dirty="0">
              <a:ln w="38100">
                <a:solidFill>
                  <a:schemeClr val="accent5"/>
                </a:solidFill>
              </a:ln>
              <a:noFill/>
              <a:latin typeface="Arial Black" panose="020B0604020202020204" pitchFamily="34" charset="0"/>
              <a:cs typeface="Arial Black" panose="020B0604020202020204" pitchFamily="34" charset="0"/>
            </a:endParaRPr>
          </a:p>
        </p:txBody>
      </p:sp>
      <p:sp>
        <p:nvSpPr>
          <p:cNvPr id="24" name="Скругленный прямоугольник 29">
            <a:extLst>
              <a:ext uri="{FF2B5EF4-FFF2-40B4-BE49-F238E27FC236}">
                <a16:creationId xmlns:a16="http://schemas.microsoft.com/office/drawing/2014/main" id="{B81765C2-FDB5-487C-BA66-F62A70C0242F}"/>
              </a:ext>
            </a:extLst>
          </p:cNvPr>
          <p:cNvSpPr/>
          <p:nvPr userDrawn="1"/>
        </p:nvSpPr>
        <p:spPr>
          <a:xfrm rot="16200000">
            <a:off x="1167084" y="487780"/>
            <a:ext cx="946700" cy="2529311"/>
          </a:xfrm>
          <a:prstGeom prst="roundRect">
            <a:avLst>
              <a:gd name="adj" fmla="val 20923"/>
            </a:avLst>
          </a:prstGeom>
          <a:noFill/>
          <a:ln w="38100">
            <a:gradFill flip="none" rotWithShape="1">
              <a:gsLst>
                <a:gs pos="79000">
                  <a:schemeClr val="accent2"/>
                </a:gs>
                <a:gs pos="16000">
                  <a:schemeClr val="accent5"/>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25" name="Прямоугольник 24">
            <a:extLst>
              <a:ext uri="{FF2B5EF4-FFF2-40B4-BE49-F238E27FC236}">
                <a16:creationId xmlns:a16="http://schemas.microsoft.com/office/drawing/2014/main" id="{200100CC-91AF-4A1E-896B-97A5A3B5ADE7}"/>
              </a:ext>
            </a:extLst>
          </p:cNvPr>
          <p:cNvSpPr/>
          <p:nvPr userDrawn="1"/>
        </p:nvSpPr>
        <p:spPr>
          <a:xfrm>
            <a:off x="3154695" y="1317669"/>
            <a:ext cx="600164" cy="900246"/>
          </a:xfrm>
          <a:prstGeom prst="rect">
            <a:avLst/>
          </a:prstGeom>
          <a:noFill/>
        </p:spPr>
        <p:txBody>
          <a:bodyPr wrap="none" lIns="68580" tIns="34290" rIns="68580" bIns="34290">
            <a:spAutoFit/>
          </a:bodyPr>
          <a:lstStyle/>
          <a:p>
            <a:pPr algn="ctr" defTabSz="342900">
              <a:defRPr/>
            </a:pPr>
            <a:r>
              <a:rPr lang="ru-RU" sz="5400" b="1" dirty="0">
                <a:ln w="38100">
                  <a:solidFill>
                    <a:schemeClr val="accent5"/>
                  </a:solidFill>
                </a:ln>
                <a:noFill/>
                <a:latin typeface="Arial Black" panose="020B0604020202020204" pitchFamily="34" charset="0"/>
                <a:cs typeface="Arial Black" panose="020B0604020202020204" pitchFamily="34" charset="0"/>
              </a:rPr>
              <a:t>2</a:t>
            </a:r>
          </a:p>
        </p:txBody>
      </p:sp>
      <p:sp>
        <p:nvSpPr>
          <p:cNvPr id="26" name="Скругленный прямоугольник 38">
            <a:extLst>
              <a:ext uri="{FF2B5EF4-FFF2-40B4-BE49-F238E27FC236}">
                <a16:creationId xmlns:a16="http://schemas.microsoft.com/office/drawing/2014/main" id="{681FBF06-03AB-4824-A482-8ED8AD157F1D}"/>
              </a:ext>
            </a:extLst>
          </p:cNvPr>
          <p:cNvSpPr/>
          <p:nvPr userDrawn="1"/>
        </p:nvSpPr>
        <p:spPr>
          <a:xfrm rot="16200000">
            <a:off x="4032326" y="487772"/>
            <a:ext cx="946701" cy="2529313"/>
          </a:xfrm>
          <a:prstGeom prst="roundRect">
            <a:avLst>
              <a:gd name="adj" fmla="val 21662"/>
            </a:avLst>
          </a:prstGeom>
          <a:noFill/>
          <a:ln w="38100">
            <a:gradFill flip="none" rotWithShape="1">
              <a:gsLst>
                <a:gs pos="79000">
                  <a:schemeClr val="accent2"/>
                </a:gs>
                <a:gs pos="16000">
                  <a:schemeClr val="accent5"/>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27" name="Прямоугольник 26">
            <a:extLst>
              <a:ext uri="{FF2B5EF4-FFF2-40B4-BE49-F238E27FC236}">
                <a16:creationId xmlns:a16="http://schemas.microsoft.com/office/drawing/2014/main" id="{F1A662C2-C4B6-4869-92CC-2C7F61664BB2}"/>
              </a:ext>
            </a:extLst>
          </p:cNvPr>
          <p:cNvSpPr/>
          <p:nvPr userDrawn="1"/>
        </p:nvSpPr>
        <p:spPr>
          <a:xfrm>
            <a:off x="5997723" y="1317669"/>
            <a:ext cx="600164" cy="900246"/>
          </a:xfrm>
          <a:prstGeom prst="rect">
            <a:avLst/>
          </a:prstGeom>
          <a:noFill/>
        </p:spPr>
        <p:txBody>
          <a:bodyPr wrap="none" lIns="68580" tIns="34290" rIns="68580" bIns="34290">
            <a:spAutoFit/>
          </a:bodyPr>
          <a:lstStyle/>
          <a:p>
            <a:pPr algn="ctr" defTabSz="342900">
              <a:defRPr/>
            </a:pPr>
            <a:r>
              <a:rPr lang="ru-RU" sz="5400" b="1" dirty="0">
                <a:ln w="38100">
                  <a:solidFill>
                    <a:schemeClr val="accent5"/>
                  </a:solidFill>
                </a:ln>
                <a:noFill/>
                <a:latin typeface="Arial Black" panose="020B0604020202020204" pitchFamily="34" charset="0"/>
                <a:cs typeface="Arial Black" panose="020B0604020202020204" pitchFamily="34" charset="0"/>
              </a:rPr>
              <a:t>3</a:t>
            </a:r>
          </a:p>
        </p:txBody>
      </p:sp>
      <p:sp>
        <p:nvSpPr>
          <p:cNvPr id="28" name="Скругленный прямоугольник 38">
            <a:extLst>
              <a:ext uri="{FF2B5EF4-FFF2-40B4-BE49-F238E27FC236}">
                <a16:creationId xmlns:a16="http://schemas.microsoft.com/office/drawing/2014/main" id="{2E3C8C71-EB2F-4342-842F-A1D1B1BA6843}"/>
              </a:ext>
            </a:extLst>
          </p:cNvPr>
          <p:cNvSpPr/>
          <p:nvPr userDrawn="1"/>
        </p:nvSpPr>
        <p:spPr>
          <a:xfrm rot="16200000">
            <a:off x="6882603" y="487772"/>
            <a:ext cx="946700" cy="2529313"/>
          </a:xfrm>
          <a:prstGeom prst="roundRect">
            <a:avLst>
              <a:gd name="adj" fmla="val 20183"/>
            </a:avLst>
          </a:prstGeom>
          <a:noFill/>
          <a:ln w="38100">
            <a:gradFill flip="none" rotWithShape="1">
              <a:gsLst>
                <a:gs pos="79000">
                  <a:schemeClr val="accent2"/>
                </a:gs>
                <a:gs pos="16000">
                  <a:schemeClr val="accent5"/>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29" name="Половина рамки 28">
            <a:extLst>
              <a:ext uri="{FF2B5EF4-FFF2-40B4-BE49-F238E27FC236}">
                <a16:creationId xmlns:a16="http://schemas.microsoft.com/office/drawing/2014/main" id="{4C58A55F-68DD-4E87-BB24-DACF32AECCDE}"/>
              </a:ext>
            </a:extLst>
          </p:cNvPr>
          <p:cNvSpPr/>
          <p:nvPr userDrawn="1"/>
        </p:nvSpPr>
        <p:spPr>
          <a:xfrm rot="13500000">
            <a:off x="4389202" y="2279853"/>
            <a:ext cx="220054" cy="220054"/>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0" name="Половина рамки 29">
            <a:extLst>
              <a:ext uri="{FF2B5EF4-FFF2-40B4-BE49-F238E27FC236}">
                <a16:creationId xmlns:a16="http://schemas.microsoft.com/office/drawing/2014/main" id="{5A3A1021-4252-473C-8F35-B72BD021F1D1}"/>
              </a:ext>
            </a:extLst>
          </p:cNvPr>
          <p:cNvSpPr/>
          <p:nvPr userDrawn="1"/>
        </p:nvSpPr>
        <p:spPr>
          <a:xfrm rot="13500000">
            <a:off x="7239477" y="2279853"/>
            <a:ext cx="220054" cy="220054"/>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1" name="Половина рамки 30">
            <a:extLst>
              <a:ext uri="{FF2B5EF4-FFF2-40B4-BE49-F238E27FC236}">
                <a16:creationId xmlns:a16="http://schemas.microsoft.com/office/drawing/2014/main" id="{8785BCDD-B92B-445B-BD20-7501CD65D18C}"/>
              </a:ext>
            </a:extLst>
          </p:cNvPr>
          <p:cNvSpPr/>
          <p:nvPr userDrawn="1"/>
        </p:nvSpPr>
        <p:spPr>
          <a:xfrm rot="13500000">
            <a:off x="1523958" y="2279853"/>
            <a:ext cx="220054" cy="220054"/>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32" name="Скругленный прямоугольник 38">
            <a:extLst>
              <a:ext uri="{FF2B5EF4-FFF2-40B4-BE49-F238E27FC236}">
                <a16:creationId xmlns:a16="http://schemas.microsoft.com/office/drawing/2014/main" id="{67F5CF84-2FEE-4E51-906F-BA12FA67F64E}"/>
              </a:ext>
            </a:extLst>
          </p:cNvPr>
          <p:cNvSpPr/>
          <p:nvPr userDrawn="1"/>
        </p:nvSpPr>
        <p:spPr>
          <a:xfrm rot="16200000">
            <a:off x="4275607" y="-1196644"/>
            <a:ext cx="429474" cy="8247635"/>
          </a:xfrm>
          <a:prstGeom prst="roundRect">
            <a:avLst>
              <a:gd name="adj" fmla="val 48971"/>
            </a:avLst>
          </a:prstGeom>
          <a:noFill/>
          <a:ln w="38100">
            <a:gradFill flip="none" rotWithShape="1">
              <a:gsLst>
                <a:gs pos="79000">
                  <a:schemeClr val="accent2"/>
                </a:gs>
                <a:gs pos="16000">
                  <a:schemeClr val="accent5"/>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33" name="Текст 37">
            <a:extLst>
              <a:ext uri="{FF2B5EF4-FFF2-40B4-BE49-F238E27FC236}">
                <a16:creationId xmlns:a16="http://schemas.microsoft.com/office/drawing/2014/main" id="{4BB04F7C-3101-4DFA-A8A1-CFCECE24AD6F}"/>
              </a:ext>
            </a:extLst>
          </p:cNvPr>
          <p:cNvSpPr>
            <a:spLocks noGrp="1"/>
          </p:cNvSpPr>
          <p:nvPr>
            <p:ph type="body" sz="quarter" idx="32" hasCustomPrompt="1"/>
          </p:nvPr>
        </p:nvSpPr>
        <p:spPr>
          <a:xfrm>
            <a:off x="2734152" y="2795498"/>
            <a:ext cx="3470229" cy="253399"/>
          </a:xfrm>
          <a:prstGeom prst="rect">
            <a:avLst/>
          </a:prstGeom>
        </p:spPr>
        <p:txBody>
          <a:bodyPr anchor="ctr">
            <a:normAutofit/>
          </a:bodyPr>
          <a:lstStyle>
            <a:lvl1pPr marL="0" indent="0" algn="ctr">
              <a:spcBef>
                <a:spcPts val="0"/>
              </a:spcBef>
              <a:buNone/>
              <a:defRPr sz="1400">
                <a:solidFill>
                  <a:schemeClr val="bg2"/>
                </a:solidFill>
                <a:latin typeface="Arial Black" panose="020B0A04020102020204" pitchFamily="34" charset="0"/>
              </a:defRPr>
            </a:lvl1pPr>
          </a:lstStyle>
          <a:p>
            <a:pPr lvl="0"/>
            <a:r>
              <a:rPr lang="ru-RU" dirty="0"/>
              <a:t>ДЛИННЫЙ ПОДЗАГОЛОВОК</a:t>
            </a:r>
          </a:p>
        </p:txBody>
      </p:sp>
    </p:spTree>
    <p:extLst>
      <p:ext uri="{BB962C8B-B14F-4D97-AF65-F5344CB8AC3E}">
        <p14:creationId xmlns:p14="http://schemas.microsoft.com/office/powerpoint/2010/main" val="2865773354"/>
      </p:ext>
    </p:extLst>
  </p:cSld>
  <p:clrMapOvr>
    <a:masterClrMapping/>
  </p:clrMapOvr>
  <p:transition spd="slow">
    <p:fade thruBlk="1"/>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Три скруглённые рамки.">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68" name="Текст 37">
            <a:extLst>
              <a:ext uri="{FF2B5EF4-FFF2-40B4-BE49-F238E27FC236}">
                <a16:creationId xmlns:a16="http://schemas.microsoft.com/office/drawing/2014/main" id="{62E2A156-DFDC-4066-B82F-329CA37A427E}"/>
              </a:ext>
            </a:extLst>
          </p:cNvPr>
          <p:cNvSpPr>
            <a:spLocks noGrp="1"/>
          </p:cNvSpPr>
          <p:nvPr>
            <p:ph type="body" sz="quarter" idx="10" hasCustomPrompt="1"/>
          </p:nvPr>
        </p:nvSpPr>
        <p:spPr>
          <a:xfrm>
            <a:off x="954840" y="1002402"/>
            <a:ext cx="1530758" cy="230821"/>
          </a:xfrm>
          <a:prstGeom prst="rect">
            <a:avLst/>
          </a:prstGeom>
        </p:spPr>
        <p:txBody>
          <a:bodyPr>
            <a:noAutofit/>
          </a:bodyPr>
          <a:lstStyle>
            <a:lvl1pPr marL="0" indent="0">
              <a:buNone/>
              <a:defRPr sz="1000">
                <a:solidFill>
                  <a:schemeClr val="bg2"/>
                </a:solidFill>
                <a:latin typeface="Arial Black" panose="020B0A04020102020204" pitchFamily="34" charset="0"/>
              </a:defRPr>
            </a:lvl1pPr>
          </a:lstStyle>
          <a:p>
            <a:pPr lvl="0"/>
            <a:r>
              <a:rPr lang="ru-RU" dirty="0"/>
              <a:t>ЗАГОЛОВОК</a:t>
            </a:r>
          </a:p>
        </p:txBody>
      </p:sp>
      <p:sp>
        <p:nvSpPr>
          <p:cNvPr id="69" name="Текст 37">
            <a:extLst>
              <a:ext uri="{FF2B5EF4-FFF2-40B4-BE49-F238E27FC236}">
                <a16:creationId xmlns:a16="http://schemas.microsoft.com/office/drawing/2014/main" id="{87EE1FBB-3682-4EB0-BDCF-3F22BA0109D0}"/>
              </a:ext>
            </a:extLst>
          </p:cNvPr>
          <p:cNvSpPr>
            <a:spLocks noGrp="1"/>
          </p:cNvSpPr>
          <p:nvPr>
            <p:ph type="body" sz="quarter" idx="11" hasCustomPrompt="1"/>
          </p:nvPr>
        </p:nvSpPr>
        <p:spPr>
          <a:xfrm>
            <a:off x="5543229" y="1002402"/>
            <a:ext cx="1530758" cy="230821"/>
          </a:xfrm>
          <a:prstGeom prst="rect">
            <a:avLst/>
          </a:prstGeom>
        </p:spPr>
        <p:txBody>
          <a:bodyPr>
            <a:noAutofit/>
          </a:bodyPr>
          <a:lstStyle>
            <a:lvl1pPr marL="0" indent="0">
              <a:buNone/>
              <a:defRPr sz="1000">
                <a:solidFill>
                  <a:schemeClr val="bg2"/>
                </a:solidFill>
                <a:latin typeface="Arial Black" panose="020B0A04020102020204" pitchFamily="34" charset="0"/>
              </a:defRPr>
            </a:lvl1pPr>
          </a:lstStyle>
          <a:p>
            <a:pPr lvl="0"/>
            <a:r>
              <a:rPr lang="ru-RU" dirty="0"/>
              <a:t>ЗАГОЛОВОК</a:t>
            </a:r>
          </a:p>
        </p:txBody>
      </p:sp>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5543229" y="1508375"/>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1" name="Текст 5">
            <a:extLst>
              <a:ext uri="{FF2B5EF4-FFF2-40B4-BE49-F238E27FC236}">
                <a16:creationId xmlns:a16="http://schemas.microsoft.com/office/drawing/2014/main" id="{E049D9D8-4F37-4B55-A074-D8E24375D11D}"/>
              </a:ext>
            </a:extLst>
          </p:cNvPr>
          <p:cNvSpPr>
            <a:spLocks noGrp="1"/>
          </p:cNvSpPr>
          <p:nvPr>
            <p:ph type="body" sz="quarter" idx="25" hasCustomPrompt="1"/>
          </p:nvPr>
        </p:nvSpPr>
        <p:spPr>
          <a:xfrm>
            <a:off x="5543229" y="2665836"/>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2" name="Текст 5">
            <a:extLst>
              <a:ext uri="{FF2B5EF4-FFF2-40B4-BE49-F238E27FC236}">
                <a16:creationId xmlns:a16="http://schemas.microsoft.com/office/drawing/2014/main" id="{57700E0A-10CD-41F7-9A56-40E062E9B7EF}"/>
              </a:ext>
            </a:extLst>
          </p:cNvPr>
          <p:cNvSpPr>
            <a:spLocks noGrp="1"/>
          </p:cNvSpPr>
          <p:nvPr>
            <p:ph type="body" sz="quarter" idx="26" hasCustomPrompt="1"/>
          </p:nvPr>
        </p:nvSpPr>
        <p:spPr>
          <a:xfrm>
            <a:off x="5543229" y="3835102"/>
            <a:ext cx="2473084"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a:t>
            </a:r>
          </a:p>
          <a:p>
            <a:pPr lvl="0"/>
            <a:endParaRPr lang="ru-RU" dirty="0"/>
          </a:p>
        </p:txBody>
      </p:sp>
      <p:sp>
        <p:nvSpPr>
          <p:cNvPr id="73" name="Текст 24">
            <a:extLst>
              <a:ext uri="{FF2B5EF4-FFF2-40B4-BE49-F238E27FC236}">
                <a16:creationId xmlns:a16="http://schemas.microsoft.com/office/drawing/2014/main" id="{0B602E1A-F69E-4A08-B334-3C0883A9F49E}"/>
              </a:ext>
            </a:extLst>
          </p:cNvPr>
          <p:cNvSpPr>
            <a:spLocks noGrp="1"/>
          </p:cNvSpPr>
          <p:nvPr>
            <p:ph type="body" sz="quarter" idx="35" hasCustomPrompt="1"/>
          </p:nvPr>
        </p:nvSpPr>
        <p:spPr>
          <a:xfrm>
            <a:off x="954840" y="1650390"/>
            <a:ext cx="2241550" cy="567363"/>
          </a:xfrm>
          <a:prstGeom prst="rect">
            <a:avLst/>
          </a:prstGeom>
        </p:spPr>
        <p:txBody>
          <a:bodyPr/>
          <a:lstStyle>
            <a:lvl1pPr marL="171450" indent="-171450">
              <a:lnSpc>
                <a:spcPct val="100000"/>
              </a:lnSpc>
              <a:buFont typeface="Arial" panose="020B0604020202020204" pitchFamily="34" charset="0"/>
              <a:buChar char="•"/>
              <a:defRPr sz="1200" b="1">
                <a:solidFill>
                  <a:schemeClr val="bg2"/>
                </a:solidFill>
              </a:defRPr>
            </a:lvl1pPr>
          </a:lstStyle>
          <a:p>
            <a:pPr lvl="0"/>
            <a:r>
              <a:rPr lang="ru-RU" dirty="0"/>
              <a:t>Вариант один</a:t>
            </a:r>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dirty="0"/>
          </a:p>
        </p:txBody>
      </p:sp>
      <p:sp>
        <p:nvSpPr>
          <p:cNvPr id="14" name="Прямоугольник с двумя скругленными соседними углами 25">
            <a:extLst>
              <a:ext uri="{FF2B5EF4-FFF2-40B4-BE49-F238E27FC236}">
                <a16:creationId xmlns:a16="http://schemas.microsoft.com/office/drawing/2014/main" id="{C2763FCF-E579-456F-9811-8C935326EF61}"/>
              </a:ext>
            </a:extLst>
          </p:cNvPr>
          <p:cNvSpPr/>
          <p:nvPr userDrawn="1"/>
        </p:nvSpPr>
        <p:spPr>
          <a:xfrm rot="5400000">
            <a:off x="3698977" y="-2542270"/>
            <a:ext cx="992579" cy="8669935"/>
          </a:xfrm>
          <a:prstGeom prst="round2SameRect">
            <a:avLst>
              <a:gd name="adj1" fmla="val 49433"/>
              <a:gd name="adj2" fmla="val 0"/>
            </a:avLst>
          </a:prstGeom>
          <a:noFill/>
          <a:ln w="38100">
            <a:gradFill>
              <a:gsLst>
                <a:gs pos="0">
                  <a:schemeClr val="accent5"/>
                </a:gs>
                <a:gs pos="100000">
                  <a:schemeClr val="accent2"/>
                </a:gs>
              </a:gsLst>
              <a:lin ang="13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dirty="0">
              <a:solidFill>
                <a:srgbClr val="FFFFFF"/>
              </a:solidFill>
              <a:latin typeface="Calibri" panose="020F0502020204030204"/>
            </a:endParaRPr>
          </a:p>
        </p:txBody>
      </p:sp>
      <p:sp>
        <p:nvSpPr>
          <p:cNvPr id="15" name="Прямоугольник с двумя скругленными соседними углами 25">
            <a:extLst>
              <a:ext uri="{FF2B5EF4-FFF2-40B4-BE49-F238E27FC236}">
                <a16:creationId xmlns:a16="http://schemas.microsoft.com/office/drawing/2014/main" id="{BCA48363-0F76-431B-8FA6-8A6FACB09107}"/>
              </a:ext>
            </a:extLst>
          </p:cNvPr>
          <p:cNvSpPr/>
          <p:nvPr userDrawn="1"/>
        </p:nvSpPr>
        <p:spPr>
          <a:xfrm rot="5400000">
            <a:off x="3698976" y="-1384810"/>
            <a:ext cx="992579" cy="8669937"/>
          </a:xfrm>
          <a:prstGeom prst="round2SameRect">
            <a:avLst>
              <a:gd name="adj1" fmla="val 49433"/>
              <a:gd name="adj2" fmla="val 0"/>
            </a:avLst>
          </a:prstGeom>
          <a:noFill/>
          <a:ln w="38100">
            <a:gradFill>
              <a:gsLst>
                <a:gs pos="0">
                  <a:schemeClr val="accent5"/>
                </a:gs>
                <a:gs pos="100000">
                  <a:schemeClr val="accent2"/>
                </a:gs>
              </a:gsLst>
              <a:lin ang="13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a:solidFill>
                <a:srgbClr val="FFFFFF"/>
              </a:solidFill>
              <a:latin typeface="Calibri" panose="020F0502020204030204"/>
            </a:endParaRPr>
          </a:p>
        </p:txBody>
      </p:sp>
      <p:sp>
        <p:nvSpPr>
          <p:cNvPr id="16" name="Прямоугольник с двумя скругленными соседними углами 25">
            <a:extLst>
              <a:ext uri="{FF2B5EF4-FFF2-40B4-BE49-F238E27FC236}">
                <a16:creationId xmlns:a16="http://schemas.microsoft.com/office/drawing/2014/main" id="{E8D0B866-1D5C-46FA-82F1-CAF68BE022D1}"/>
              </a:ext>
            </a:extLst>
          </p:cNvPr>
          <p:cNvSpPr/>
          <p:nvPr userDrawn="1"/>
        </p:nvSpPr>
        <p:spPr>
          <a:xfrm rot="5400000">
            <a:off x="3698976" y="-215546"/>
            <a:ext cx="992579" cy="8669940"/>
          </a:xfrm>
          <a:prstGeom prst="round2SameRect">
            <a:avLst>
              <a:gd name="adj1" fmla="val 49433"/>
              <a:gd name="adj2" fmla="val 0"/>
            </a:avLst>
          </a:prstGeom>
          <a:noFill/>
          <a:ln w="38100">
            <a:gradFill>
              <a:gsLst>
                <a:gs pos="0">
                  <a:schemeClr val="accent5"/>
                </a:gs>
                <a:gs pos="100000">
                  <a:schemeClr val="accent2"/>
                </a:gs>
              </a:gsLst>
              <a:lin ang="13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350">
              <a:solidFill>
                <a:srgbClr val="FFFFFF"/>
              </a:solidFill>
              <a:latin typeface="Calibri" panose="020F0502020204030204"/>
            </a:endParaRPr>
          </a:p>
        </p:txBody>
      </p:sp>
      <p:sp>
        <p:nvSpPr>
          <p:cNvPr id="17" name="Текст 37">
            <a:extLst>
              <a:ext uri="{FF2B5EF4-FFF2-40B4-BE49-F238E27FC236}">
                <a16:creationId xmlns:a16="http://schemas.microsoft.com/office/drawing/2014/main" id="{42E02610-22C1-4DFC-BDA0-825CD0438F0A}"/>
              </a:ext>
            </a:extLst>
          </p:cNvPr>
          <p:cNvSpPr>
            <a:spLocks noGrp="1"/>
          </p:cNvSpPr>
          <p:nvPr>
            <p:ph type="body" sz="quarter" idx="48" hasCustomPrompt="1"/>
          </p:nvPr>
        </p:nvSpPr>
        <p:spPr>
          <a:xfrm>
            <a:off x="3429886" y="1002402"/>
            <a:ext cx="1530758" cy="230821"/>
          </a:xfrm>
          <a:prstGeom prst="rect">
            <a:avLst/>
          </a:prstGeom>
        </p:spPr>
        <p:txBody>
          <a:bodyPr>
            <a:noAutofit/>
          </a:bodyPr>
          <a:lstStyle>
            <a:lvl1pPr marL="0" indent="0" algn="ctr">
              <a:buNone/>
              <a:defRPr sz="1000">
                <a:solidFill>
                  <a:schemeClr val="bg2"/>
                </a:solidFill>
                <a:latin typeface="Arial Black" panose="020B0A04020102020204" pitchFamily="34" charset="0"/>
              </a:defRPr>
            </a:lvl1pPr>
          </a:lstStyle>
          <a:p>
            <a:pPr lvl="0"/>
            <a:r>
              <a:rPr lang="ru-RU" dirty="0"/>
              <a:t>ЗАГОЛОВОК</a:t>
            </a:r>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954840" y="1374943"/>
            <a:ext cx="2241549" cy="230821"/>
          </a:xfrm>
          <a:prstGeom prst="rect">
            <a:avLst/>
          </a:prstGeom>
        </p:spPr>
        <p:txBody>
          <a:bodyPr>
            <a:noAutofit/>
          </a:bodyPr>
          <a:lstStyle>
            <a:lvl1pPr marL="0" indent="0">
              <a:buNone/>
              <a:defRPr sz="1400">
                <a:solidFill>
                  <a:schemeClr val="bg2"/>
                </a:solidFill>
                <a:latin typeface="Arial Black" panose="020B0A04020102020204" pitchFamily="34" charset="0"/>
              </a:defRPr>
            </a:lvl1pPr>
          </a:lstStyle>
          <a:p>
            <a:pPr lvl="0"/>
            <a:r>
              <a:rPr lang="ru-RU" dirty="0"/>
              <a:t>КОНЦЕПЦИЯ</a:t>
            </a:r>
          </a:p>
        </p:txBody>
      </p:sp>
      <p:sp>
        <p:nvSpPr>
          <p:cNvPr id="19" name="Текст 24">
            <a:extLst>
              <a:ext uri="{FF2B5EF4-FFF2-40B4-BE49-F238E27FC236}">
                <a16:creationId xmlns:a16="http://schemas.microsoft.com/office/drawing/2014/main" id="{6835E154-1490-4FF8-849A-D8F788B2C60D}"/>
              </a:ext>
            </a:extLst>
          </p:cNvPr>
          <p:cNvSpPr>
            <a:spLocks noGrp="1"/>
          </p:cNvSpPr>
          <p:nvPr>
            <p:ph type="body" sz="quarter" idx="50" hasCustomPrompt="1"/>
          </p:nvPr>
        </p:nvSpPr>
        <p:spPr>
          <a:xfrm>
            <a:off x="954840" y="2821578"/>
            <a:ext cx="2241550" cy="567363"/>
          </a:xfrm>
          <a:prstGeom prst="rect">
            <a:avLst/>
          </a:prstGeom>
        </p:spPr>
        <p:txBody>
          <a:bodyPr/>
          <a:lstStyle>
            <a:lvl1pPr marL="171450" indent="-171450">
              <a:lnSpc>
                <a:spcPct val="100000"/>
              </a:lnSpc>
              <a:buFont typeface="Arial" panose="020B0604020202020204" pitchFamily="34" charset="0"/>
              <a:buChar char="•"/>
              <a:defRPr sz="1200" b="1">
                <a:solidFill>
                  <a:schemeClr val="bg2"/>
                </a:solidFill>
              </a:defRPr>
            </a:lvl1pPr>
          </a:lstStyle>
          <a:p>
            <a:pPr lvl="0"/>
            <a:r>
              <a:rPr lang="ru-RU" dirty="0"/>
              <a:t>Вариант один</a:t>
            </a:r>
          </a:p>
        </p:txBody>
      </p:sp>
      <p:sp>
        <p:nvSpPr>
          <p:cNvPr id="20" name="Текст 37">
            <a:extLst>
              <a:ext uri="{FF2B5EF4-FFF2-40B4-BE49-F238E27FC236}">
                <a16:creationId xmlns:a16="http://schemas.microsoft.com/office/drawing/2014/main" id="{B4465A05-A074-4EC7-A2D6-A84D8C75FE0D}"/>
              </a:ext>
            </a:extLst>
          </p:cNvPr>
          <p:cNvSpPr>
            <a:spLocks noGrp="1"/>
          </p:cNvSpPr>
          <p:nvPr>
            <p:ph type="body" sz="quarter" idx="51" hasCustomPrompt="1"/>
          </p:nvPr>
        </p:nvSpPr>
        <p:spPr>
          <a:xfrm>
            <a:off x="954840" y="2546131"/>
            <a:ext cx="2241549" cy="230821"/>
          </a:xfrm>
          <a:prstGeom prst="rect">
            <a:avLst/>
          </a:prstGeom>
        </p:spPr>
        <p:txBody>
          <a:bodyPr>
            <a:noAutofit/>
          </a:bodyPr>
          <a:lstStyle>
            <a:lvl1pPr marL="0" indent="0">
              <a:buNone/>
              <a:defRPr sz="1400">
                <a:solidFill>
                  <a:schemeClr val="bg2"/>
                </a:solidFill>
                <a:latin typeface="Arial Black" panose="020B0A04020102020204" pitchFamily="34" charset="0"/>
              </a:defRPr>
            </a:lvl1pPr>
          </a:lstStyle>
          <a:p>
            <a:pPr lvl="0"/>
            <a:r>
              <a:rPr lang="ru-RU" dirty="0"/>
              <a:t>КОНЦЕПЦИЯ</a:t>
            </a:r>
          </a:p>
        </p:txBody>
      </p:sp>
      <p:sp>
        <p:nvSpPr>
          <p:cNvPr id="21" name="Текст 24">
            <a:extLst>
              <a:ext uri="{FF2B5EF4-FFF2-40B4-BE49-F238E27FC236}">
                <a16:creationId xmlns:a16="http://schemas.microsoft.com/office/drawing/2014/main" id="{E0096077-C79A-4DA6-956E-FBA61C3E7E79}"/>
              </a:ext>
            </a:extLst>
          </p:cNvPr>
          <p:cNvSpPr>
            <a:spLocks noGrp="1"/>
          </p:cNvSpPr>
          <p:nvPr>
            <p:ph type="body" sz="quarter" idx="52" hasCustomPrompt="1"/>
          </p:nvPr>
        </p:nvSpPr>
        <p:spPr>
          <a:xfrm>
            <a:off x="954840" y="3990061"/>
            <a:ext cx="2241550" cy="567363"/>
          </a:xfrm>
          <a:prstGeom prst="rect">
            <a:avLst/>
          </a:prstGeom>
        </p:spPr>
        <p:txBody>
          <a:bodyPr/>
          <a:lstStyle>
            <a:lvl1pPr marL="171450" indent="-171450">
              <a:lnSpc>
                <a:spcPct val="100000"/>
              </a:lnSpc>
              <a:buFont typeface="Arial" panose="020B0604020202020204" pitchFamily="34" charset="0"/>
              <a:buChar char="•"/>
              <a:defRPr sz="1200" b="1">
                <a:solidFill>
                  <a:schemeClr val="bg2"/>
                </a:solidFill>
              </a:defRPr>
            </a:lvl1pPr>
          </a:lstStyle>
          <a:p>
            <a:pPr lvl="0"/>
            <a:r>
              <a:rPr lang="ru-RU" dirty="0"/>
              <a:t>Вариант один</a:t>
            </a:r>
          </a:p>
        </p:txBody>
      </p:sp>
      <p:sp>
        <p:nvSpPr>
          <p:cNvPr id="22" name="Текст 37">
            <a:extLst>
              <a:ext uri="{FF2B5EF4-FFF2-40B4-BE49-F238E27FC236}">
                <a16:creationId xmlns:a16="http://schemas.microsoft.com/office/drawing/2014/main" id="{BEC127C5-62C1-4D24-8196-6F17B7ABB645}"/>
              </a:ext>
            </a:extLst>
          </p:cNvPr>
          <p:cNvSpPr>
            <a:spLocks noGrp="1"/>
          </p:cNvSpPr>
          <p:nvPr>
            <p:ph type="body" sz="quarter" idx="53" hasCustomPrompt="1"/>
          </p:nvPr>
        </p:nvSpPr>
        <p:spPr>
          <a:xfrm>
            <a:off x="954840" y="3714614"/>
            <a:ext cx="2241549" cy="230821"/>
          </a:xfrm>
          <a:prstGeom prst="rect">
            <a:avLst/>
          </a:prstGeom>
        </p:spPr>
        <p:txBody>
          <a:bodyPr>
            <a:noAutofit/>
          </a:bodyPr>
          <a:lstStyle>
            <a:lvl1pPr marL="0" indent="0">
              <a:buNone/>
              <a:defRPr sz="1400">
                <a:solidFill>
                  <a:schemeClr val="bg2"/>
                </a:solidFill>
                <a:latin typeface="Arial Black" panose="020B0A04020102020204" pitchFamily="34" charset="0"/>
              </a:defRPr>
            </a:lvl1pPr>
          </a:lstStyle>
          <a:p>
            <a:pPr lvl="0"/>
            <a:r>
              <a:rPr lang="ru-RU" dirty="0"/>
              <a:t>КОНЦЕПЦИЯ</a:t>
            </a:r>
          </a:p>
        </p:txBody>
      </p:sp>
      <p:sp>
        <p:nvSpPr>
          <p:cNvPr id="23" name="Текст 37">
            <a:extLst>
              <a:ext uri="{FF2B5EF4-FFF2-40B4-BE49-F238E27FC236}">
                <a16:creationId xmlns:a16="http://schemas.microsoft.com/office/drawing/2014/main" id="{8585F36D-7BF4-4C0D-A108-BB399A4E2EF6}"/>
              </a:ext>
            </a:extLst>
          </p:cNvPr>
          <p:cNvSpPr>
            <a:spLocks noGrp="1"/>
          </p:cNvSpPr>
          <p:nvPr>
            <p:ph type="body" sz="quarter" idx="54" hasCustomPrompt="1"/>
          </p:nvPr>
        </p:nvSpPr>
        <p:spPr>
          <a:xfrm>
            <a:off x="3737897" y="1388362"/>
            <a:ext cx="914735" cy="270574"/>
          </a:xfrm>
          <a:prstGeom prst="rect">
            <a:avLst/>
          </a:prstGeom>
        </p:spPr>
        <p:txBody>
          <a:bodyPr anchor="ctr">
            <a:noAutofit/>
          </a:bodyPr>
          <a:lstStyle>
            <a:lvl1pPr marL="0" indent="0" algn="ctr">
              <a:buNone/>
              <a:defRPr sz="2400">
                <a:solidFill>
                  <a:schemeClr val="accent2"/>
                </a:solidFill>
                <a:latin typeface="Arial Black" panose="020B0A04020102020204" pitchFamily="34" charset="0"/>
              </a:defRPr>
            </a:lvl1pPr>
          </a:lstStyle>
          <a:p>
            <a:pPr lvl="0"/>
            <a:r>
              <a:rPr lang="ru-RU" dirty="0"/>
              <a:t>9</a:t>
            </a:r>
          </a:p>
        </p:txBody>
      </p:sp>
      <p:sp>
        <p:nvSpPr>
          <p:cNvPr id="24" name="Текст 24">
            <a:extLst>
              <a:ext uri="{FF2B5EF4-FFF2-40B4-BE49-F238E27FC236}">
                <a16:creationId xmlns:a16="http://schemas.microsoft.com/office/drawing/2014/main" id="{89F8C48F-7DEA-4EE8-9080-3113B7D2BDD1}"/>
              </a:ext>
            </a:extLst>
          </p:cNvPr>
          <p:cNvSpPr>
            <a:spLocks noGrp="1"/>
          </p:cNvSpPr>
          <p:nvPr>
            <p:ph type="body" sz="quarter" idx="55" hasCustomPrompt="1"/>
          </p:nvPr>
        </p:nvSpPr>
        <p:spPr>
          <a:xfrm>
            <a:off x="3975940" y="1705966"/>
            <a:ext cx="438648" cy="494696"/>
          </a:xfrm>
          <a:prstGeom prst="rect">
            <a:avLst/>
          </a:prstGeom>
        </p:spPr>
        <p:txBody>
          <a:bodyPr/>
          <a:lstStyle>
            <a:lvl1pPr marL="0" indent="0" algn="ctr">
              <a:lnSpc>
                <a:spcPct val="100000"/>
              </a:lnSpc>
              <a:buFont typeface="Arial" panose="020B0604020202020204" pitchFamily="34" charset="0"/>
              <a:buNone/>
              <a:defRPr sz="1200" b="1">
                <a:solidFill>
                  <a:schemeClr val="bg2"/>
                </a:solidFill>
              </a:defRPr>
            </a:lvl1pPr>
          </a:lstStyle>
          <a:p>
            <a:pPr lvl="0"/>
            <a:r>
              <a:rPr lang="ru-RU" dirty="0"/>
              <a:t>9</a:t>
            </a:r>
            <a:br>
              <a:rPr lang="ru-RU" dirty="0"/>
            </a:br>
            <a:r>
              <a:rPr lang="ru-RU" dirty="0"/>
              <a:t>6</a:t>
            </a:r>
          </a:p>
        </p:txBody>
      </p:sp>
      <p:sp>
        <p:nvSpPr>
          <p:cNvPr id="25" name="Текст 37">
            <a:extLst>
              <a:ext uri="{FF2B5EF4-FFF2-40B4-BE49-F238E27FC236}">
                <a16:creationId xmlns:a16="http://schemas.microsoft.com/office/drawing/2014/main" id="{F530FF7E-6E79-44E1-AEB8-AE8697A55DCF}"/>
              </a:ext>
            </a:extLst>
          </p:cNvPr>
          <p:cNvSpPr>
            <a:spLocks noGrp="1"/>
          </p:cNvSpPr>
          <p:nvPr>
            <p:ph type="body" sz="quarter" idx="56" hasCustomPrompt="1"/>
          </p:nvPr>
        </p:nvSpPr>
        <p:spPr>
          <a:xfrm>
            <a:off x="3737897" y="2554161"/>
            <a:ext cx="914735" cy="270574"/>
          </a:xfrm>
          <a:prstGeom prst="rect">
            <a:avLst/>
          </a:prstGeom>
        </p:spPr>
        <p:txBody>
          <a:bodyPr anchor="ctr">
            <a:noAutofit/>
          </a:bodyPr>
          <a:lstStyle>
            <a:lvl1pPr marL="0" indent="0" algn="ctr">
              <a:buNone/>
              <a:defRPr sz="2400">
                <a:solidFill>
                  <a:schemeClr val="accent2"/>
                </a:solidFill>
                <a:latin typeface="Arial Black" panose="020B0A04020102020204" pitchFamily="34" charset="0"/>
              </a:defRPr>
            </a:lvl1pPr>
          </a:lstStyle>
          <a:p>
            <a:pPr lvl="0"/>
            <a:r>
              <a:rPr lang="ru-RU" dirty="0"/>
              <a:t>9</a:t>
            </a:r>
          </a:p>
        </p:txBody>
      </p:sp>
      <p:sp>
        <p:nvSpPr>
          <p:cNvPr id="26" name="Текст 24">
            <a:extLst>
              <a:ext uri="{FF2B5EF4-FFF2-40B4-BE49-F238E27FC236}">
                <a16:creationId xmlns:a16="http://schemas.microsoft.com/office/drawing/2014/main" id="{CCDEA683-4B27-4465-A8E5-D399626672D4}"/>
              </a:ext>
            </a:extLst>
          </p:cNvPr>
          <p:cNvSpPr>
            <a:spLocks noGrp="1"/>
          </p:cNvSpPr>
          <p:nvPr>
            <p:ph type="body" sz="quarter" idx="57" hasCustomPrompt="1"/>
          </p:nvPr>
        </p:nvSpPr>
        <p:spPr>
          <a:xfrm>
            <a:off x="3975940" y="2871765"/>
            <a:ext cx="438648" cy="494696"/>
          </a:xfrm>
          <a:prstGeom prst="rect">
            <a:avLst/>
          </a:prstGeom>
        </p:spPr>
        <p:txBody>
          <a:bodyPr/>
          <a:lstStyle>
            <a:lvl1pPr marL="0" indent="0" algn="ctr">
              <a:lnSpc>
                <a:spcPct val="100000"/>
              </a:lnSpc>
              <a:buFont typeface="Arial" panose="020B0604020202020204" pitchFamily="34" charset="0"/>
              <a:buNone/>
              <a:defRPr sz="1200" b="1">
                <a:solidFill>
                  <a:schemeClr val="bg2"/>
                </a:solidFill>
              </a:defRPr>
            </a:lvl1pPr>
          </a:lstStyle>
          <a:p>
            <a:pPr lvl="0"/>
            <a:r>
              <a:rPr lang="ru-RU" dirty="0"/>
              <a:t>9</a:t>
            </a:r>
            <a:br>
              <a:rPr lang="ru-RU" dirty="0"/>
            </a:br>
            <a:r>
              <a:rPr lang="ru-RU" dirty="0"/>
              <a:t>6</a:t>
            </a:r>
          </a:p>
        </p:txBody>
      </p:sp>
      <p:sp>
        <p:nvSpPr>
          <p:cNvPr id="27" name="Текст 37">
            <a:extLst>
              <a:ext uri="{FF2B5EF4-FFF2-40B4-BE49-F238E27FC236}">
                <a16:creationId xmlns:a16="http://schemas.microsoft.com/office/drawing/2014/main" id="{069B403E-D87B-4F8A-B528-7310057C3522}"/>
              </a:ext>
            </a:extLst>
          </p:cNvPr>
          <p:cNvSpPr>
            <a:spLocks noGrp="1"/>
          </p:cNvSpPr>
          <p:nvPr>
            <p:ph type="body" sz="quarter" idx="58" hasCustomPrompt="1"/>
          </p:nvPr>
        </p:nvSpPr>
        <p:spPr>
          <a:xfrm>
            <a:off x="3737897" y="3714614"/>
            <a:ext cx="914735" cy="270574"/>
          </a:xfrm>
          <a:prstGeom prst="rect">
            <a:avLst/>
          </a:prstGeom>
        </p:spPr>
        <p:txBody>
          <a:bodyPr anchor="ctr">
            <a:noAutofit/>
          </a:bodyPr>
          <a:lstStyle>
            <a:lvl1pPr marL="0" indent="0" algn="ctr">
              <a:buNone/>
              <a:defRPr sz="2400">
                <a:solidFill>
                  <a:schemeClr val="accent2"/>
                </a:solidFill>
                <a:latin typeface="Arial Black" panose="020B0A04020102020204" pitchFamily="34" charset="0"/>
              </a:defRPr>
            </a:lvl1pPr>
          </a:lstStyle>
          <a:p>
            <a:pPr lvl="0"/>
            <a:r>
              <a:rPr lang="ru-RU" dirty="0"/>
              <a:t>9</a:t>
            </a:r>
          </a:p>
        </p:txBody>
      </p:sp>
      <p:sp>
        <p:nvSpPr>
          <p:cNvPr id="28" name="Текст 24">
            <a:extLst>
              <a:ext uri="{FF2B5EF4-FFF2-40B4-BE49-F238E27FC236}">
                <a16:creationId xmlns:a16="http://schemas.microsoft.com/office/drawing/2014/main" id="{5112D183-689E-4E3F-98C7-3FC8EF927C86}"/>
              </a:ext>
            </a:extLst>
          </p:cNvPr>
          <p:cNvSpPr>
            <a:spLocks noGrp="1"/>
          </p:cNvSpPr>
          <p:nvPr>
            <p:ph type="body" sz="quarter" idx="59" hasCustomPrompt="1"/>
          </p:nvPr>
        </p:nvSpPr>
        <p:spPr>
          <a:xfrm>
            <a:off x="3975940" y="4032218"/>
            <a:ext cx="438648" cy="494696"/>
          </a:xfrm>
          <a:prstGeom prst="rect">
            <a:avLst/>
          </a:prstGeom>
        </p:spPr>
        <p:txBody>
          <a:bodyPr/>
          <a:lstStyle>
            <a:lvl1pPr marL="0" indent="0" algn="ctr">
              <a:lnSpc>
                <a:spcPct val="100000"/>
              </a:lnSpc>
              <a:buFont typeface="Arial" panose="020B0604020202020204" pitchFamily="34" charset="0"/>
              <a:buNone/>
              <a:defRPr sz="1200" b="1">
                <a:solidFill>
                  <a:schemeClr val="bg2"/>
                </a:solidFill>
              </a:defRPr>
            </a:lvl1pPr>
          </a:lstStyle>
          <a:p>
            <a:pPr lvl="0"/>
            <a:r>
              <a:rPr lang="ru-RU" dirty="0"/>
              <a:t>9</a:t>
            </a:r>
            <a:br>
              <a:rPr lang="ru-RU" dirty="0"/>
            </a:br>
            <a:r>
              <a:rPr lang="ru-RU" dirty="0"/>
              <a:t>6</a:t>
            </a:r>
          </a:p>
        </p:txBody>
      </p:sp>
    </p:spTree>
    <p:extLst>
      <p:ext uri="{BB962C8B-B14F-4D97-AF65-F5344CB8AC3E}">
        <p14:creationId xmlns:p14="http://schemas.microsoft.com/office/powerpoint/2010/main" val="4008753045"/>
      </p:ext>
    </p:extLst>
  </p:cSld>
  <p:clrMapOvr>
    <a:masterClrMapping/>
  </p:clrMapOvr>
  <p:transition spd="slow">
    <p:fade thruBlk="1"/>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Четыре скруглённые рамки и вывод.">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572000" y="1149296"/>
            <a:ext cx="2469735" cy="660388"/>
          </a:xfrm>
          <a:prstGeom prst="rect">
            <a:avLst/>
          </a:prstGeom>
        </p:spPr>
        <p:txBody>
          <a:bodyPr/>
          <a:lstStyle>
            <a:lvl1pPr marL="171450" indent="-171450">
              <a:buFont typeface="Arial" panose="020B0604020202020204" pitchFamily="34" charset="0"/>
              <a:buChar char="•"/>
              <a:defRPr sz="90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dirty="0"/>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624928" y="1241039"/>
            <a:ext cx="2473084" cy="568645"/>
          </a:xfrm>
          <a:prstGeom prst="rect">
            <a:avLst/>
          </a:prstGeom>
        </p:spPr>
        <p:txBody>
          <a:bodyPr anchor="ctr">
            <a:noAutofit/>
          </a:bodyPr>
          <a:lstStyle>
            <a:lvl1pPr marL="0" indent="0">
              <a:spcBef>
                <a:spcPts val="0"/>
              </a:spcBef>
              <a:buNone/>
              <a:defRPr sz="1800">
                <a:solidFill>
                  <a:schemeClr val="bg2"/>
                </a:solidFill>
                <a:latin typeface="Arial Black" panose="020B0A04020102020204" pitchFamily="34" charset="0"/>
              </a:defRPr>
            </a:lvl1pPr>
          </a:lstStyle>
          <a:p>
            <a:pPr lvl="0"/>
            <a:r>
              <a:rPr lang="ru-RU" dirty="0"/>
              <a:t>ПОДЗАГОЛОВОК ОДИН</a:t>
            </a:r>
          </a:p>
        </p:txBody>
      </p:sp>
      <p:sp>
        <p:nvSpPr>
          <p:cNvPr id="29" name="Прямоугольник с двумя скругленными соседними углами 22">
            <a:extLst>
              <a:ext uri="{FF2B5EF4-FFF2-40B4-BE49-F238E27FC236}">
                <a16:creationId xmlns:a16="http://schemas.microsoft.com/office/drawing/2014/main" id="{48EA7AD6-1DE1-4BDA-BC1B-50A02015BAF5}"/>
              </a:ext>
            </a:extLst>
          </p:cNvPr>
          <p:cNvSpPr/>
          <p:nvPr userDrawn="1"/>
        </p:nvSpPr>
        <p:spPr>
          <a:xfrm rot="5400000">
            <a:off x="1165150" y="-586620"/>
            <a:ext cx="993773" cy="4229126"/>
          </a:xfrm>
          <a:prstGeom prst="round2SameRect">
            <a:avLst>
              <a:gd name="adj1" fmla="val 50000"/>
              <a:gd name="adj2" fmla="val 0"/>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30" name="Прямоугольник с двумя скругленными соседними углами 22">
            <a:extLst>
              <a:ext uri="{FF2B5EF4-FFF2-40B4-BE49-F238E27FC236}">
                <a16:creationId xmlns:a16="http://schemas.microsoft.com/office/drawing/2014/main" id="{14DF8120-C13C-448E-825A-3CCD584D6234}"/>
              </a:ext>
            </a:extLst>
          </p:cNvPr>
          <p:cNvSpPr/>
          <p:nvPr userDrawn="1"/>
        </p:nvSpPr>
        <p:spPr>
          <a:xfrm rot="5400000">
            <a:off x="1165151" y="568957"/>
            <a:ext cx="993772" cy="4229126"/>
          </a:xfrm>
          <a:prstGeom prst="round2SameRect">
            <a:avLst>
              <a:gd name="adj1" fmla="val 50000"/>
              <a:gd name="adj2" fmla="val 0"/>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32" name="Текст 37">
            <a:extLst>
              <a:ext uri="{FF2B5EF4-FFF2-40B4-BE49-F238E27FC236}">
                <a16:creationId xmlns:a16="http://schemas.microsoft.com/office/drawing/2014/main" id="{B3D098A4-B995-49FB-ACC7-E91AD3BED909}"/>
              </a:ext>
            </a:extLst>
          </p:cNvPr>
          <p:cNvSpPr>
            <a:spLocks noGrp="1"/>
          </p:cNvSpPr>
          <p:nvPr>
            <p:ph type="body" sz="quarter" idx="51" hasCustomPrompt="1"/>
          </p:nvPr>
        </p:nvSpPr>
        <p:spPr>
          <a:xfrm>
            <a:off x="624928" y="2401781"/>
            <a:ext cx="2473084" cy="568645"/>
          </a:xfrm>
          <a:prstGeom prst="rect">
            <a:avLst/>
          </a:prstGeom>
        </p:spPr>
        <p:txBody>
          <a:bodyPr anchor="ctr">
            <a:noAutofit/>
          </a:bodyPr>
          <a:lstStyle>
            <a:lvl1pPr marL="0" indent="0">
              <a:spcBef>
                <a:spcPts val="0"/>
              </a:spcBef>
              <a:buNone/>
              <a:defRPr sz="1800">
                <a:solidFill>
                  <a:schemeClr val="bg2"/>
                </a:solidFill>
                <a:latin typeface="Arial Black" panose="020B0A04020102020204" pitchFamily="34" charset="0"/>
              </a:defRPr>
            </a:lvl1pPr>
          </a:lstStyle>
          <a:p>
            <a:pPr lvl="0"/>
            <a:r>
              <a:rPr lang="ru-RU" dirty="0"/>
              <a:t>ПОДЗАГОЛОВОК ДВА</a:t>
            </a:r>
          </a:p>
        </p:txBody>
      </p:sp>
      <p:sp>
        <p:nvSpPr>
          <p:cNvPr id="11" name="Прямоугольник с двумя скругленными соседними углами 22">
            <a:extLst>
              <a:ext uri="{FF2B5EF4-FFF2-40B4-BE49-F238E27FC236}">
                <a16:creationId xmlns:a16="http://schemas.microsoft.com/office/drawing/2014/main" id="{3E59FE7F-6885-4A79-A81F-15219615581B}"/>
              </a:ext>
            </a:extLst>
          </p:cNvPr>
          <p:cNvSpPr/>
          <p:nvPr userDrawn="1"/>
        </p:nvSpPr>
        <p:spPr>
          <a:xfrm rot="5400000">
            <a:off x="1331176" y="1643968"/>
            <a:ext cx="661722" cy="4229126"/>
          </a:xfrm>
          <a:prstGeom prst="round2SameRect">
            <a:avLst>
              <a:gd name="adj1" fmla="val 50000"/>
              <a:gd name="adj2" fmla="val 0"/>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12" name="Прямоугольник с двумя скругленными соседними углами 22">
            <a:extLst>
              <a:ext uri="{FF2B5EF4-FFF2-40B4-BE49-F238E27FC236}">
                <a16:creationId xmlns:a16="http://schemas.microsoft.com/office/drawing/2014/main" id="{B5367EB9-11A5-44CE-90DE-C3DDD844CD4A}"/>
              </a:ext>
            </a:extLst>
          </p:cNvPr>
          <p:cNvSpPr/>
          <p:nvPr userDrawn="1"/>
        </p:nvSpPr>
        <p:spPr>
          <a:xfrm rot="5400000">
            <a:off x="1331176" y="2476040"/>
            <a:ext cx="661722" cy="4229126"/>
          </a:xfrm>
          <a:prstGeom prst="round2SameRect">
            <a:avLst>
              <a:gd name="adj1" fmla="val 50000"/>
              <a:gd name="adj2" fmla="val 0"/>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13" name="Половина рамки 12">
            <a:extLst>
              <a:ext uri="{FF2B5EF4-FFF2-40B4-BE49-F238E27FC236}">
                <a16:creationId xmlns:a16="http://schemas.microsoft.com/office/drawing/2014/main" id="{0C391441-01DC-4AF4-BC1A-2211DD3822A6}"/>
              </a:ext>
            </a:extLst>
          </p:cNvPr>
          <p:cNvSpPr/>
          <p:nvPr userDrawn="1"/>
        </p:nvSpPr>
        <p:spPr>
          <a:xfrm rot="8100000">
            <a:off x="3057748" y="1353761"/>
            <a:ext cx="314434" cy="314434"/>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4" name="Половина рамки 13">
            <a:extLst>
              <a:ext uri="{FF2B5EF4-FFF2-40B4-BE49-F238E27FC236}">
                <a16:creationId xmlns:a16="http://schemas.microsoft.com/office/drawing/2014/main" id="{0EA09B9F-0582-4092-81BD-A5C62D577BA0}"/>
              </a:ext>
            </a:extLst>
          </p:cNvPr>
          <p:cNvSpPr/>
          <p:nvPr userDrawn="1"/>
        </p:nvSpPr>
        <p:spPr>
          <a:xfrm rot="8100000">
            <a:off x="3057748" y="2508906"/>
            <a:ext cx="314434" cy="314434"/>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5" name="Половина рамки 14">
            <a:extLst>
              <a:ext uri="{FF2B5EF4-FFF2-40B4-BE49-F238E27FC236}">
                <a16:creationId xmlns:a16="http://schemas.microsoft.com/office/drawing/2014/main" id="{BB5768BF-73AA-4BCE-9631-2116056F3306}"/>
              </a:ext>
            </a:extLst>
          </p:cNvPr>
          <p:cNvSpPr/>
          <p:nvPr userDrawn="1"/>
        </p:nvSpPr>
        <p:spPr>
          <a:xfrm rot="8100000">
            <a:off x="3046545" y="3628361"/>
            <a:ext cx="260340" cy="260340"/>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6" name="Половина рамки 15">
            <a:extLst>
              <a:ext uri="{FF2B5EF4-FFF2-40B4-BE49-F238E27FC236}">
                <a16:creationId xmlns:a16="http://schemas.microsoft.com/office/drawing/2014/main" id="{445E8627-0DE2-4D8D-8504-4092FAFB50EA}"/>
              </a:ext>
            </a:extLst>
          </p:cNvPr>
          <p:cNvSpPr/>
          <p:nvPr userDrawn="1"/>
        </p:nvSpPr>
        <p:spPr>
          <a:xfrm rot="8100000">
            <a:off x="3046545" y="4460434"/>
            <a:ext cx="260340" cy="260340"/>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17" name="Текст 5">
            <a:extLst>
              <a:ext uri="{FF2B5EF4-FFF2-40B4-BE49-F238E27FC236}">
                <a16:creationId xmlns:a16="http://schemas.microsoft.com/office/drawing/2014/main" id="{F15D49BE-0EAA-46E4-97C1-0AACAC39BEE3}"/>
              </a:ext>
            </a:extLst>
          </p:cNvPr>
          <p:cNvSpPr>
            <a:spLocks noGrp="1"/>
          </p:cNvSpPr>
          <p:nvPr>
            <p:ph type="body" sz="quarter" idx="52" hasCustomPrompt="1"/>
          </p:nvPr>
        </p:nvSpPr>
        <p:spPr>
          <a:xfrm>
            <a:off x="4571999" y="2283251"/>
            <a:ext cx="2469735" cy="660388"/>
          </a:xfrm>
          <a:prstGeom prst="rect">
            <a:avLst/>
          </a:prstGeom>
        </p:spPr>
        <p:txBody>
          <a:bodyPr/>
          <a:lstStyle>
            <a:lvl1pPr marL="171450" indent="-171450">
              <a:buFont typeface="Arial" panose="020B0604020202020204" pitchFamily="34" charset="0"/>
              <a:buChar char="•"/>
              <a:defRPr sz="90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19" name="Текст 5">
            <a:extLst>
              <a:ext uri="{FF2B5EF4-FFF2-40B4-BE49-F238E27FC236}">
                <a16:creationId xmlns:a16="http://schemas.microsoft.com/office/drawing/2014/main" id="{25CEB7EE-656B-4321-BA82-8E0BF5198119}"/>
              </a:ext>
            </a:extLst>
          </p:cNvPr>
          <p:cNvSpPr>
            <a:spLocks noGrp="1"/>
          </p:cNvSpPr>
          <p:nvPr>
            <p:ph type="body" sz="quarter" idx="53" hasCustomPrompt="1"/>
          </p:nvPr>
        </p:nvSpPr>
        <p:spPr>
          <a:xfrm>
            <a:off x="4563453" y="3417206"/>
            <a:ext cx="2469735" cy="660388"/>
          </a:xfrm>
          <a:prstGeom prst="rect">
            <a:avLst/>
          </a:prstGeom>
        </p:spPr>
        <p:txBody>
          <a:bodyPr/>
          <a:lstStyle>
            <a:lvl1pPr marL="171450" indent="-171450">
              <a:buFont typeface="Arial" panose="020B0604020202020204" pitchFamily="34" charset="0"/>
              <a:buChar char="•"/>
              <a:defRPr sz="90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20" name="Текст 5">
            <a:extLst>
              <a:ext uri="{FF2B5EF4-FFF2-40B4-BE49-F238E27FC236}">
                <a16:creationId xmlns:a16="http://schemas.microsoft.com/office/drawing/2014/main" id="{3D503DBE-796B-4309-964E-36E588CC928D}"/>
              </a:ext>
            </a:extLst>
          </p:cNvPr>
          <p:cNvSpPr>
            <a:spLocks noGrp="1"/>
          </p:cNvSpPr>
          <p:nvPr>
            <p:ph type="body" sz="quarter" idx="54" hasCustomPrompt="1"/>
          </p:nvPr>
        </p:nvSpPr>
        <p:spPr>
          <a:xfrm>
            <a:off x="4546361" y="4220967"/>
            <a:ext cx="2469735" cy="660388"/>
          </a:xfrm>
          <a:prstGeom prst="rect">
            <a:avLst/>
          </a:prstGeom>
        </p:spPr>
        <p:txBody>
          <a:bodyPr/>
          <a:lstStyle>
            <a:lvl1pPr marL="171450" indent="-171450">
              <a:buFont typeface="Arial" panose="020B0604020202020204" pitchFamily="34" charset="0"/>
              <a:buChar char="•"/>
              <a:defRPr sz="90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lvl="0"/>
            <a:endParaRPr lang="ru-RU" dirty="0"/>
          </a:p>
        </p:txBody>
      </p:sp>
      <p:sp>
        <p:nvSpPr>
          <p:cNvPr id="21" name="Половина рамки 20">
            <a:extLst>
              <a:ext uri="{FF2B5EF4-FFF2-40B4-BE49-F238E27FC236}">
                <a16:creationId xmlns:a16="http://schemas.microsoft.com/office/drawing/2014/main" id="{72F06E7B-55D7-4DFF-AD49-6DBFC4F1EAB3}"/>
              </a:ext>
            </a:extLst>
          </p:cNvPr>
          <p:cNvSpPr/>
          <p:nvPr userDrawn="1"/>
        </p:nvSpPr>
        <p:spPr>
          <a:xfrm rot="8100000">
            <a:off x="7064362" y="3999362"/>
            <a:ext cx="260340" cy="260340"/>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22" name="Половина рамки 21">
            <a:extLst>
              <a:ext uri="{FF2B5EF4-FFF2-40B4-BE49-F238E27FC236}">
                <a16:creationId xmlns:a16="http://schemas.microsoft.com/office/drawing/2014/main" id="{2E528052-5302-4572-9052-BADA807C8869}"/>
              </a:ext>
            </a:extLst>
          </p:cNvPr>
          <p:cNvSpPr/>
          <p:nvPr userDrawn="1"/>
        </p:nvSpPr>
        <p:spPr>
          <a:xfrm rot="8100000">
            <a:off x="7064362" y="1972081"/>
            <a:ext cx="260340" cy="260340"/>
          </a:xfrm>
          <a:prstGeom prst="halfFrame">
            <a:avLst>
              <a:gd name="adj1" fmla="val 0"/>
              <a:gd name="adj2" fmla="val 0"/>
            </a:avLst>
          </a:prstGeom>
          <a:no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00B956"/>
              </a:solidFill>
              <a:latin typeface="Calibri" panose="020F0502020204030204"/>
            </a:endParaRPr>
          </a:p>
        </p:txBody>
      </p:sp>
      <p:sp>
        <p:nvSpPr>
          <p:cNvPr id="23" name="Текст 37">
            <a:extLst>
              <a:ext uri="{FF2B5EF4-FFF2-40B4-BE49-F238E27FC236}">
                <a16:creationId xmlns:a16="http://schemas.microsoft.com/office/drawing/2014/main" id="{BC592112-D3CA-48DA-9CE9-13DE6E217C6A}"/>
              </a:ext>
            </a:extLst>
          </p:cNvPr>
          <p:cNvSpPr>
            <a:spLocks noGrp="1"/>
          </p:cNvSpPr>
          <p:nvPr>
            <p:ph type="body" sz="quarter" idx="55" hasCustomPrompt="1"/>
          </p:nvPr>
        </p:nvSpPr>
        <p:spPr>
          <a:xfrm>
            <a:off x="624928" y="3536841"/>
            <a:ext cx="2473084" cy="568645"/>
          </a:xfrm>
          <a:prstGeom prst="rect">
            <a:avLst/>
          </a:prstGeom>
        </p:spPr>
        <p:txBody>
          <a:bodyPr anchor="ctr">
            <a:no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ОДИН</a:t>
            </a:r>
          </a:p>
        </p:txBody>
      </p:sp>
      <p:sp>
        <p:nvSpPr>
          <p:cNvPr id="24" name="Текст 37">
            <a:extLst>
              <a:ext uri="{FF2B5EF4-FFF2-40B4-BE49-F238E27FC236}">
                <a16:creationId xmlns:a16="http://schemas.microsoft.com/office/drawing/2014/main" id="{D3D2BCDE-24CC-4DAF-9708-545973A9A18F}"/>
              </a:ext>
            </a:extLst>
          </p:cNvPr>
          <p:cNvSpPr>
            <a:spLocks noGrp="1"/>
          </p:cNvSpPr>
          <p:nvPr>
            <p:ph type="body" sz="quarter" idx="56" hasCustomPrompt="1"/>
          </p:nvPr>
        </p:nvSpPr>
        <p:spPr>
          <a:xfrm>
            <a:off x="624928" y="4369928"/>
            <a:ext cx="2473084" cy="568645"/>
          </a:xfrm>
          <a:prstGeom prst="rect">
            <a:avLst/>
          </a:prstGeom>
        </p:spPr>
        <p:txBody>
          <a:bodyPr anchor="ctr">
            <a:no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a:t>
            </a:r>
            <a:br>
              <a:rPr lang="ru-RU" dirty="0"/>
            </a:br>
            <a:r>
              <a:rPr lang="ru-RU" dirty="0"/>
              <a:t>ДВА</a:t>
            </a:r>
          </a:p>
        </p:txBody>
      </p:sp>
      <p:sp>
        <p:nvSpPr>
          <p:cNvPr id="25" name="Текст 37">
            <a:extLst>
              <a:ext uri="{FF2B5EF4-FFF2-40B4-BE49-F238E27FC236}">
                <a16:creationId xmlns:a16="http://schemas.microsoft.com/office/drawing/2014/main" id="{41BC460E-594C-4963-B2F5-09444533225D}"/>
              </a:ext>
            </a:extLst>
          </p:cNvPr>
          <p:cNvSpPr>
            <a:spLocks noGrp="1"/>
          </p:cNvSpPr>
          <p:nvPr>
            <p:ph type="body" sz="quarter" idx="57" hasCustomPrompt="1"/>
          </p:nvPr>
        </p:nvSpPr>
        <p:spPr>
          <a:xfrm>
            <a:off x="7525282" y="1772057"/>
            <a:ext cx="1490531" cy="660388"/>
          </a:xfrm>
          <a:prstGeom prst="rect">
            <a:avLst/>
          </a:prstGeom>
        </p:spPr>
        <p:txBody>
          <a:bodyPr anchor="ctr">
            <a:noAutofit/>
          </a:bodyPr>
          <a:lstStyle>
            <a:lvl1pPr marL="0" indent="0">
              <a:spcBef>
                <a:spcPts val="0"/>
              </a:spcBef>
              <a:buNone/>
              <a:defRPr sz="1400" b="1">
                <a:solidFill>
                  <a:schemeClr val="bg2"/>
                </a:solidFill>
                <a:latin typeface="Arial" panose="020B0604020202020204" pitchFamily="34" charset="0"/>
                <a:cs typeface="Arial" panose="020B0604020202020204" pitchFamily="34" charset="0"/>
              </a:defRPr>
            </a:lvl1pPr>
          </a:lstStyle>
          <a:p>
            <a:pPr lvl="0"/>
            <a:r>
              <a:rPr lang="ru-RU" dirty="0"/>
              <a:t>Вывод</a:t>
            </a:r>
            <a:br>
              <a:rPr lang="ru-RU" dirty="0"/>
            </a:br>
            <a:r>
              <a:rPr lang="ru-RU" dirty="0"/>
              <a:t>в несколько</a:t>
            </a:r>
            <a:br>
              <a:rPr lang="ru-RU" dirty="0"/>
            </a:br>
            <a:r>
              <a:rPr lang="ru-RU" dirty="0"/>
              <a:t>строчек</a:t>
            </a:r>
          </a:p>
        </p:txBody>
      </p:sp>
      <p:sp>
        <p:nvSpPr>
          <p:cNvPr id="26" name="Текст 37">
            <a:extLst>
              <a:ext uri="{FF2B5EF4-FFF2-40B4-BE49-F238E27FC236}">
                <a16:creationId xmlns:a16="http://schemas.microsoft.com/office/drawing/2014/main" id="{4017A71B-20DD-4959-90A1-56F53F7722A7}"/>
              </a:ext>
            </a:extLst>
          </p:cNvPr>
          <p:cNvSpPr>
            <a:spLocks noGrp="1"/>
          </p:cNvSpPr>
          <p:nvPr>
            <p:ph type="body" sz="quarter" idx="58" hasCustomPrompt="1"/>
          </p:nvPr>
        </p:nvSpPr>
        <p:spPr>
          <a:xfrm>
            <a:off x="7525281" y="3759198"/>
            <a:ext cx="1490531" cy="660388"/>
          </a:xfrm>
          <a:prstGeom prst="rect">
            <a:avLst/>
          </a:prstGeom>
        </p:spPr>
        <p:txBody>
          <a:bodyPr anchor="ctr">
            <a:noAutofit/>
          </a:bodyPr>
          <a:lstStyle>
            <a:lvl1pPr marL="0" indent="0">
              <a:spcBef>
                <a:spcPts val="0"/>
              </a:spcBef>
              <a:buNone/>
              <a:defRPr sz="1400" b="1">
                <a:solidFill>
                  <a:schemeClr val="bg2"/>
                </a:solidFill>
                <a:latin typeface="Arial" panose="020B0604020202020204" pitchFamily="34" charset="0"/>
                <a:cs typeface="Arial" panose="020B0604020202020204" pitchFamily="34" charset="0"/>
              </a:defRPr>
            </a:lvl1pPr>
          </a:lstStyle>
          <a:p>
            <a:pPr lvl="0"/>
            <a:r>
              <a:rPr lang="ru-RU" dirty="0"/>
              <a:t>Вывод</a:t>
            </a:r>
            <a:br>
              <a:rPr lang="ru-RU" dirty="0"/>
            </a:br>
            <a:r>
              <a:rPr lang="ru-RU" dirty="0"/>
              <a:t>в несколько</a:t>
            </a:r>
            <a:br>
              <a:rPr lang="ru-RU" dirty="0"/>
            </a:br>
            <a:r>
              <a:rPr lang="ru-RU" dirty="0"/>
              <a:t>строчек</a:t>
            </a:r>
          </a:p>
        </p:txBody>
      </p:sp>
    </p:spTree>
    <p:extLst>
      <p:ext uri="{BB962C8B-B14F-4D97-AF65-F5344CB8AC3E}">
        <p14:creationId xmlns:p14="http://schemas.microsoft.com/office/powerpoint/2010/main" val="2499238106"/>
      </p:ext>
    </p:extLst>
  </p:cSld>
  <p:clrMapOvr>
    <a:masterClrMapping/>
  </p:clrMapOvr>
  <p:transition spd="slow">
    <p:fade thruBlk="1"/>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Две скруглённые рамки.">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4356085" y="1364442"/>
            <a:ext cx="3311782" cy="1034846"/>
          </a:xfrm>
          <a:prstGeom prst="rect">
            <a:avLst/>
          </a:prstGeom>
        </p:spPr>
        <p:txBody>
          <a:bodyPr/>
          <a:lstStyle>
            <a:lvl1pPr marL="171450" indent="-171450">
              <a:buFont typeface="Arial" panose="020B0604020202020204" pitchFamily="34" charset="0"/>
              <a:buChar char="•"/>
              <a:defRPr sz="90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ru-RU" dirty="0"/>
          </a:p>
        </p:txBody>
      </p:sp>
      <p:sp>
        <p:nvSpPr>
          <p:cNvPr id="7" name="Заголовок 6">
            <a:extLst>
              <a:ext uri="{FF2B5EF4-FFF2-40B4-BE49-F238E27FC236}">
                <a16:creationId xmlns:a16="http://schemas.microsoft.com/office/drawing/2014/main" id="{7CA0C036-69E8-4695-B3CB-6EEAB02B33F6}"/>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65F631DA-9C8B-46EA-AF4A-B08F8909CA37}"/>
              </a:ext>
            </a:extLst>
          </p:cNvPr>
          <p:cNvSpPr>
            <a:spLocks noGrp="1"/>
          </p:cNvSpPr>
          <p:nvPr>
            <p:ph type="dt" sz="half" idx="46"/>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dirty="0"/>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1112038" y="1597543"/>
            <a:ext cx="2473084" cy="568645"/>
          </a:xfrm>
          <a:prstGeom prst="rect">
            <a:avLst/>
          </a:prstGeom>
        </p:spPr>
        <p:txBody>
          <a:bodyPr anchor="ctr">
            <a:noAutofit/>
          </a:bodyPr>
          <a:lstStyle>
            <a:lvl1pPr marL="0" indent="0">
              <a:spcBef>
                <a:spcPts val="0"/>
              </a:spcBef>
              <a:buNone/>
              <a:defRPr sz="1800">
                <a:solidFill>
                  <a:schemeClr val="bg2"/>
                </a:solidFill>
                <a:latin typeface="Arial Black" panose="020B0A04020102020204" pitchFamily="34" charset="0"/>
              </a:defRPr>
            </a:lvl1pPr>
          </a:lstStyle>
          <a:p>
            <a:pPr lvl="0"/>
            <a:r>
              <a:rPr lang="ru-RU" dirty="0"/>
              <a:t>ПОДЗАГОЛОВОК ОДИН</a:t>
            </a:r>
          </a:p>
        </p:txBody>
      </p:sp>
      <p:sp>
        <p:nvSpPr>
          <p:cNvPr id="29" name="Прямоугольник с двумя скругленными соседними углами 22">
            <a:extLst>
              <a:ext uri="{FF2B5EF4-FFF2-40B4-BE49-F238E27FC236}">
                <a16:creationId xmlns:a16="http://schemas.microsoft.com/office/drawing/2014/main" id="{48EA7AD6-1DE1-4BDA-BC1B-50A02015BAF5}"/>
              </a:ext>
            </a:extLst>
          </p:cNvPr>
          <p:cNvSpPr/>
          <p:nvPr userDrawn="1"/>
        </p:nvSpPr>
        <p:spPr>
          <a:xfrm rot="5400000">
            <a:off x="3170490" y="-2584857"/>
            <a:ext cx="1603236" cy="8933444"/>
          </a:xfrm>
          <a:prstGeom prst="round2SameRect">
            <a:avLst>
              <a:gd name="adj1" fmla="val 50000"/>
              <a:gd name="adj2" fmla="val 0"/>
            </a:avLst>
          </a:prstGeom>
          <a:noFill/>
          <a:ln w="38100">
            <a:gradFill>
              <a:gsLst>
                <a:gs pos="35000">
                  <a:schemeClr val="accent2"/>
                </a:gs>
                <a:gs pos="73000">
                  <a:schemeClr val="accent5"/>
                </a:gs>
              </a:gsLst>
              <a:lin ang="8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30" name="Прямоугольник с двумя скругленными соседними углами 22">
            <a:extLst>
              <a:ext uri="{FF2B5EF4-FFF2-40B4-BE49-F238E27FC236}">
                <a16:creationId xmlns:a16="http://schemas.microsoft.com/office/drawing/2014/main" id="{14DF8120-C13C-448E-825A-3CCD584D6234}"/>
              </a:ext>
            </a:extLst>
          </p:cNvPr>
          <p:cNvSpPr/>
          <p:nvPr userDrawn="1"/>
        </p:nvSpPr>
        <p:spPr>
          <a:xfrm rot="5400000">
            <a:off x="3191534" y="-773832"/>
            <a:ext cx="1603236" cy="8933445"/>
          </a:xfrm>
          <a:prstGeom prst="round2SameRect">
            <a:avLst>
              <a:gd name="adj1" fmla="val 50000"/>
              <a:gd name="adj2" fmla="val 0"/>
            </a:avLst>
          </a:prstGeom>
          <a:noFill/>
          <a:ln w="38100">
            <a:gradFill>
              <a:gsLst>
                <a:gs pos="35000">
                  <a:schemeClr val="accent2"/>
                </a:gs>
                <a:gs pos="73000">
                  <a:schemeClr val="accent5"/>
                </a:gs>
              </a:gsLst>
              <a:lin ang="8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31" name="Текст 5">
            <a:extLst>
              <a:ext uri="{FF2B5EF4-FFF2-40B4-BE49-F238E27FC236}">
                <a16:creationId xmlns:a16="http://schemas.microsoft.com/office/drawing/2014/main" id="{F821F43F-87A3-4C65-88E8-5AF200A2295C}"/>
              </a:ext>
            </a:extLst>
          </p:cNvPr>
          <p:cNvSpPr>
            <a:spLocks noGrp="1"/>
          </p:cNvSpPr>
          <p:nvPr>
            <p:ph type="body" sz="quarter" idx="50" hasCustomPrompt="1"/>
          </p:nvPr>
        </p:nvSpPr>
        <p:spPr>
          <a:xfrm>
            <a:off x="4356085" y="3200779"/>
            <a:ext cx="3311782" cy="1034846"/>
          </a:xfrm>
          <a:prstGeom prst="rect">
            <a:avLst/>
          </a:prstGeom>
        </p:spPr>
        <p:txBody>
          <a:bodyPr/>
          <a:lstStyle>
            <a:lvl1pPr marL="171450" indent="-171450">
              <a:buFont typeface="Arial" panose="020B0604020202020204" pitchFamily="34" charset="0"/>
              <a:buChar char="•"/>
              <a:defRPr sz="900">
                <a:solidFill>
                  <a:schemeClr val="bg2"/>
                </a:solidFill>
              </a:defRPr>
            </a:lvl1pPr>
          </a:lstStyle>
          <a:p>
            <a:pPr lvl="0"/>
            <a:r>
              <a:rPr lang="en-US" dirty="0"/>
              <a:t>On the other hand, we denounce with righteous indignation and dislike men who are so beguiled and demoralized by the charms of pleasure of the moment</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 who are so beguiled and demoralized by the charms of pleasure of the moment</a:t>
            </a:r>
          </a:p>
          <a:p>
            <a:pPr lvl="0"/>
            <a:endParaRPr lang="ru-RU" dirty="0"/>
          </a:p>
        </p:txBody>
      </p:sp>
      <p:sp>
        <p:nvSpPr>
          <p:cNvPr id="32" name="Текст 37">
            <a:extLst>
              <a:ext uri="{FF2B5EF4-FFF2-40B4-BE49-F238E27FC236}">
                <a16:creationId xmlns:a16="http://schemas.microsoft.com/office/drawing/2014/main" id="{B3D098A4-B995-49FB-ACC7-E91AD3BED909}"/>
              </a:ext>
            </a:extLst>
          </p:cNvPr>
          <p:cNvSpPr>
            <a:spLocks noGrp="1"/>
          </p:cNvSpPr>
          <p:nvPr>
            <p:ph type="body" sz="quarter" idx="51" hasCustomPrompt="1"/>
          </p:nvPr>
        </p:nvSpPr>
        <p:spPr>
          <a:xfrm>
            <a:off x="1112038" y="3433880"/>
            <a:ext cx="2473084" cy="568645"/>
          </a:xfrm>
          <a:prstGeom prst="rect">
            <a:avLst/>
          </a:prstGeom>
        </p:spPr>
        <p:txBody>
          <a:bodyPr anchor="ctr">
            <a:noAutofit/>
          </a:bodyPr>
          <a:lstStyle>
            <a:lvl1pPr marL="0" indent="0">
              <a:spcBef>
                <a:spcPts val="0"/>
              </a:spcBef>
              <a:buNone/>
              <a:defRPr sz="1800">
                <a:solidFill>
                  <a:schemeClr val="bg2"/>
                </a:solidFill>
                <a:latin typeface="Arial Black" panose="020B0A04020102020204" pitchFamily="34" charset="0"/>
              </a:defRPr>
            </a:lvl1pPr>
          </a:lstStyle>
          <a:p>
            <a:pPr lvl="0"/>
            <a:r>
              <a:rPr lang="ru-RU" dirty="0"/>
              <a:t>ПОДЗАГОЛОВОК ДВА</a:t>
            </a:r>
          </a:p>
        </p:txBody>
      </p:sp>
    </p:spTree>
    <p:extLst>
      <p:ext uri="{BB962C8B-B14F-4D97-AF65-F5344CB8AC3E}">
        <p14:creationId xmlns:p14="http://schemas.microsoft.com/office/powerpoint/2010/main" val="1546873594"/>
      </p:ext>
    </p:extLst>
  </p:cSld>
  <p:clrMapOvr>
    <a:masterClrMapping/>
  </p:clrMapOvr>
  <p:transition spd="slow">
    <p:fade thruBlk="1"/>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Три скруглённые рамки и изображение.">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70" name="Текст 5">
            <a:extLst>
              <a:ext uri="{FF2B5EF4-FFF2-40B4-BE49-F238E27FC236}">
                <a16:creationId xmlns:a16="http://schemas.microsoft.com/office/drawing/2014/main" id="{ECF5FFAD-4042-4EE1-AB46-6E47086648B2}"/>
              </a:ext>
            </a:extLst>
          </p:cNvPr>
          <p:cNvSpPr>
            <a:spLocks noGrp="1"/>
          </p:cNvSpPr>
          <p:nvPr>
            <p:ph type="body" sz="quarter" idx="24" hasCustomPrompt="1"/>
          </p:nvPr>
        </p:nvSpPr>
        <p:spPr>
          <a:xfrm>
            <a:off x="509332" y="886233"/>
            <a:ext cx="3404641" cy="361453"/>
          </a:xfrm>
          <a:prstGeom prst="rect">
            <a:avLst/>
          </a:prstGeom>
        </p:spPr>
        <p:txBody>
          <a:bodyPr/>
          <a:lstStyle>
            <a:lvl1pPr marL="171450" indent="-171450">
              <a:buFont typeface="Arial" panose="020B0604020202020204" pitchFamily="34" charset="0"/>
              <a:buChar char="•"/>
              <a:defRPr sz="900">
                <a:solidFill>
                  <a:schemeClr val="bg2"/>
                </a:solidFill>
              </a:defRPr>
            </a:lvl1pPr>
          </a:lstStyle>
          <a:p>
            <a:pPr lvl="0"/>
            <a:r>
              <a:rPr lang="en-US" dirty="0"/>
              <a:t>On the other hand, we denounce with righteous indignation and dislike men who are so beguiled and demoralized</a:t>
            </a:r>
            <a:endParaRPr lang="ru-RU" dirty="0"/>
          </a:p>
        </p:txBody>
      </p:sp>
      <p:sp>
        <p:nvSpPr>
          <p:cNvPr id="3" name="Номер слайда 2">
            <a:extLst>
              <a:ext uri="{FF2B5EF4-FFF2-40B4-BE49-F238E27FC236}">
                <a16:creationId xmlns:a16="http://schemas.microsoft.com/office/drawing/2014/main" id="{5AE97959-BBA6-4286-A25A-7EC52258388E}"/>
              </a:ext>
            </a:extLst>
          </p:cNvPr>
          <p:cNvSpPr>
            <a:spLocks noGrp="1"/>
          </p:cNvSpPr>
          <p:nvPr>
            <p:ph type="sldNum" sz="quarter" idx="47"/>
          </p:nvPr>
        </p:nvSpPr>
        <p:spPr/>
        <p:txBody>
          <a:bodyPr/>
          <a:lstStyle>
            <a:lvl1pPr>
              <a:defRPr>
                <a:solidFill>
                  <a:schemeClr val="tx1"/>
                </a:solidFill>
              </a:defRPr>
            </a:lvl1pPr>
          </a:lstStyle>
          <a:p>
            <a:fld id="{03D1A0BF-D385-4A72-B24F-35C80431A2AC}" type="slidenum">
              <a:rPr lang="ru-RU" smtClean="0"/>
              <a:pPr/>
              <a:t>‹#›</a:t>
            </a:fld>
            <a:endParaRPr lang="ru-RU" dirty="0"/>
          </a:p>
        </p:txBody>
      </p:sp>
      <p:sp>
        <p:nvSpPr>
          <p:cNvPr id="18" name="Текст 37">
            <a:extLst>
              <a:ext uri="{FF2B5EF4-FFF2-40B4-BE49-F238E27FC236}">
                <a16:creationId xmlns:a16="http://schemas.microsoft.com/office/drawing/2014/main" id="{15E042FB-BCC9-4D45-AF5C-C8824A7E907A}"/>
              </a:ext>
            </a:extLst>
          </p:cNvPr>
          <p:cNvSpPr>
            <a:spLocks noGrp="1"/>
          </p:cNvSpPr>
          <p:nvPr>
            <p:ph type="body" sz="quarter" idx="49" hasCustomPrompt="1"/>
          </p:nvPr>
        </p:nvSpPr>
        <p:spPr>
          <a:xfrm>
            <a:off x="509333" y="571394"/>
            <a:ext cx="2699386" cy="294719"/>
          </a:xfrm>
          <a:prstGeom prst="rect">
            <a:avLst/>
          </a:prstGeom>
        </p:spPr>
        <p:txBody>
          <a:bodyPr anchor="ctr">
            <a:no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ОДИН</a:t>
            </a:r>
          </a:p>
        </p:txBody>
      </p:sp>
      <p:sp>
        <p:nvSpPr>
          <p:cNvPr id="31" name="Текст 5">
            <a:extLst>
              <a:ext uri="{FF2B5EF4-FFF2-40B4-BE49-F238E27FC236}">
                <a16:creationId xmlns:a16="http://schemas.microsoft.com/office/drawing/2014/main" id="{F821F43F-87A3-4C65-88E8-5AF200A2295C}"/>
              </a:ext>
            </a:extLst>
          </p:cNvPr>
          <p:cNvSpPr>
            <a:spLocks noGrp="1"/>
          </p:cNvSpPr>
          <p:nvPr>
            <p:ph type="body" sz="quarter" idx="50" hasCustomPrompt="1"/>
          </p:nvPr>
        </p:nvSpPr>
        <p:spPr>
          <a:xfrm>
            <a:off x="509333" y="1938591"/>
            <a:ext cx="3661013" cy="736243"/>
          </a:xfrm>
          <a:prstGeom prst="rect">
            <a:avLst/>
          </a:prstGeom>
        </p:spPr>
        <p:txBody>
          <a:bodyPr/>
          <a:lstStyle>
            <a:lvl1pPr marL="171450" indent="-171450">
              <a:buFont typeface="Arial" panose="020B0604020202020204" pitchFamily="34" charset="0"/>
              <a:buChar char="•"/>
              <a:defRPr sz="900">
                <a:solidFill>
                  <a:schemeClr val="bg2"/>
                </a:solidFill>
              </a:defRPr>
            </a:lvl1pPr>
          </a:lstStyle>
          <a:p>
            <a:pPr lvl="0"/>
            <a:r>
              <a:rPr lang="en-US" dirty="0"/>
              <a:t>On the other hand, we denounce with righteous indignation and dislike men who are so beguiled and demoralized by the charms </a:t>
            </a:r>
            <a:endParaRPr lang="ru-RU" dirty="0"/>
          </a:p>
          <a:p>
            <a:pPr lvl="0"/>
            <a:r>
              <a:rPr lang="en-US" dirty="0"/>
              <a:t>On the other hand, we denounce with righteous indignation and dislike men who are so beguiled and demoralized by the charms</a:t>
            </a:r>
            <a:endParaRPr lang="ru-RU" dirty="0"/>
          </a:p>
        </p:txBody>
      </p:sp>
      <p:sp>
        <p:nvSpPr>
          <p:cNvPr id="32" name="Текст 37">
            <a:extLst>
              <a:ext uri="{FF2B5EF4-FFF2-40B4-BE49-F238E27FC236}">
                <a16:creationId xmlns:a16="http://schemas.microsoft.com/office/drawing/2014/main" id="{B3D098A4-B995-49FB-ACC7-E91AD3BED909}"/>
              </a:ext>
            </a:extLst>
          </p:cNvPr>
          <p:cNvSpPr>
            <a:spLocks noGrp="1"/>
          </p:cNvSpPr>
          <p:nvPr>
            <p:ph type="body" sz="quarter" idx="51" hasCustomPrompt="1"/>
          </p:nvPr>
        </p:nvSpPr>
        <p:spPr>
          <a:xfrm>
            <a:off x="509333" y="1647809"/>
            <a:ext cx="2699386" cy="283541"/>
          </a:xfrm>
          <a:prstGeom prst="rect">
            <a:avLst/>
          </a:prstGeom>
        </p:spPr>
        <p:txBody>
          <a:bodyPr>
            <a:noAutofit/>
          </a:bodyPr>
          <a:lstStyle>
            <a:lvl1pPr marL="0" indent="0">
              <a:buNone/>
              <a:defRPr sz="1400">
                <a:solidFill>
                  <a:schemeClr val="bg2"/>
                </a:solidFill>
                <a:latin typeface="Arial Black" panose="020B0A04020102020204" pitchFamily="34" charset="0"/>
              </a:defRPr>
            </a:lvl1pPr>
          </a:lstStyle>
          <a:p>
            <a:pPr lvl="0"/>
            <a:r>
              <a:rPr lang="ru-RU" dirty="0"/>
              <a:t>ПОДЗАГОЛОВОК ДВА</a:t>
            </a:r>
          </a:p>
        </p:txBody>
      </p:sp>
      <p:sp>
        <p:nvSpPr>
          <p:cNvPr id="11" name="Прямоугольник с двумя скругленными соседними углами 22">
            <a:extLst>
              <a:ext uri="{FF2B5EF4-FFF2-40B4-BE49-F238E27FC236}">
                <a16:creationId xmlns:a16="http://schemas.microsoft.com/office/drawing/2014/main" id="{DF916A59-1433-4ABB-9B82-91FFF902C9D7}"/>
              </a:ext>
            </a:extLst>
          </p:cNvPr>
          <p:cNvSpPr/>
          <p:nvPr userDrawn="1"/>
        </p:nvSpPr>
        <p:spPr>
          <a:xfrm rot="5400000">
            <a:off x="1394590" y="1446626"/>
            <a:ext cx="1500183" cy="4874559"/>
          </a:xfrm>
          <a:prstGeom prst="round2SameRect">
            <a:avLst>
              <a:gd name="adj1" fmla="val 50000"/>
              <a:gd name="adj2" fmla="val 0"/>
            </a:avLst>
          </a:prstGeom>
          <a:noFill/>
          <a:ln w="38100">
            <a:gradFill>
              <a:gsLst>
                <a:gs pos="35000">
                  <a:schemeClr val="accent2"/>
                </a:gs>
                <a:gs pos="73000">
                  <a:schemeClr val="accent5"/>
                </a:gs>
              </a:gsLst>
              <a:lin ang="15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12" name="Прямоугольник с двумя скругленными соседними углами 22">
            <a:extLst>
              <a:ext uri="{FF2B5EF4-FFF2-40B4-BE49-F238E27FC236}">
                <a16:creationId xmlns:a16="http://schemas.microsoft.com/office/drawing/2014/main" id="{F72337A5-6595-45DD-A5CD-0DAA7FF07428}"/>
              </a:ext>
            </a:extLst>
          </p:cNvPr>
          <p:cNvSpPr/>
          <p:nvPr userDrawn="1"/>
        </p:nvSpPr>
        <p:spPr>
          <a:xfrm rot="5400000">
            <a:off x="1394589" y="-189602"/>
            <a:ext cx="1500185" cy="4874559"/>
          </a:xfrm>
          <a:prstGeom prst="round2SameRect">
            <a:avLst>
              <a:gd name="adj1" fmla="val 50000"/>
              <a:gd name="adj2" fmla="val 0"/>
            </a:avLst>
          </a:prstGeom>
          <a:noFill/>
          <a:ln w="38100">
            <a:gradFill>
              <a:gsLst>
                <a:gs pos="35000">
                  <a:schemeClr val="accent2"/>
                </a:gs>
                <a:gs pos="73000">
                  <a:schemeClr val="accent5"/>
                </a:gs>
              </a:gsLst>
              <a:lin ang="15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a:solidFill>
                <a:srgbClr val="FFFFFF"/>
              </a:solidFill>
              <a:latin typeface="Calibri" panose="020F0502020204030204"/>
            </a:endParaRPr>
          </a:p>
        </p:txBody>
      </p:sp>
      <p:sp>
        <p:nvSpPr>
          <p:cNvPr id="13" name="Прямоугольник с двумя скругленными соседними углами 22">
            <a:extLst>
              <a:ext uri="{FF2B5EF4-FFF2-40B4-BE49-F238E27FC236}">
                <a16:creationId xmlns:a16="http://schemas.microsoft.com/office/drawing/2014/main" id="{19228FD2-17D8-4381-A969-D1A55BF7670D}"/>
              </a:ext>
            </a:extLst>
          </p:cNvPr>
          <p:cNvSpPr/>
          <p:nvPr userDrawn="1"/>
        </p:nvSpPr>
        <p:spPr>
          <a:xfrm rot="5400000">
            <a:off x="1682086" y="-1530607"/>
            <a:ext cx="925192" cy="4874559"/>
          </a:xfrm>
          <a:prstGeom prst="round2SameRect">
            <a:avLst>
              <a:gd name="adj1" fmla="val 50000"/>
              <a:gd name="adj2" fmla="val 0"/>
            </a:avLst>
          </a:prstGeom>
          <a:noFill/>
          <a:ln w="38100">
            <a:gradFill>
              <a:gsLst>
                <a:gs pos="35000">
                  <a:schemeClr val="accent2"/>
                </a:gs>
                <a:gs pos="73000">
                  <a:schemeClr val="accent5"/>
                </a:gs>
              </a:gsLst>
              <a:lin ang="15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ru-RU" sz="1350" dirty="0">
              <a:solidFill>
                <a:srgbClr val="FFFFFF"/>
              </a:solidFill>
              <a:latin typeface="Calibri" panose="020F0502020204030204"/>
            </a:endParaRPr>
          </a:p>
        </p:txBody>
      </p:sp>
      <p:sp>
        <p:nvSpPr>
          <p:cNvPr id="14" name="Текст 5">
            <a:extLst>
              <a:ext uri="{FF2B5EF4-FFF2-40B4-BE49-F238E27FC236}">
                <a16:creationId xmlns:a16="http://schemas.microsoft.com/office/drawing/2014/main" id="{99A4968E-3030-4C19-9519-2C4C404F7EF3}"/>
              </a:ext>
            </a:extLst>
          </p:cNvPr>
          <p:cNvSpPr>
            <a:spLocks noGrp="1"/>
          </p:cNvSpPr>
          <p:nvPr>
            <p:ph type="body" sz="quarter" idx="52" hasCustomPrompt="1"/>
          </p:nvPr>
        </p:nvSpPr>
        <p:spPr>
          <a:xfrm>
            <a:off x="509333" y="3587788"/>
            <a:ext cx="3661013" cy="736243"/>
          </a:xfrm>
          <a:prstGeom prst="rect">
            <a:avLst/>
          </a:prstGeom>
        </p:spPr>
        <p:txBody>
          <a:bodyPr/>
          <a:lstStyle>
            <a:lvl1pPr marL="171450" indent="-171450">
              <a:buFont typeface="Arial" panose="020B0604020202020204" pitchFamily="34" charset="0"/>
              <a:buChar char="•"/>
              <a:defRPr sz="900">
                <a:solidFill>
                  <a:schemeClr val="bg2"/>
                </a:solidFill>
              </a:defRPr>
            </a:lvl1pPr>
          </a:lstStyle>
          <a:p>
            <a:pPr lvl="0"/>
            <a:r>
              <a:rPr lang="en-US" dirty="0"/>
              <a:t>On the other hand, we denounce with righteous indignation and dislike men who are so beguiled and demoralized by the charms </a:t>
            </a:r>
            <a:endParaRPr lang="ru-RU" dirty="0"/>
          </a:p>
          <a:p>
            <a:pPr lvl="0"/>
            <a:r>
              <a:rPr lang="en-US" dirty="0"/>
              <a:t>On the other hand, we denounce with righteous indignation and dislike men who are so beguiled and demoralized by the charms</a:t>
            </a:r>
            <a:endParaRPr lang="ru-RU" dirty="0"/>
          </a:p>
        </p:txBody>
      </p:sp>
      <p:sp>
        <p:nvSpPr>
          <p:cNvPr id="15" name="Текст 37">
            <a:extLst>
              <a:ext uri="{FF2B5EF4-FFF2-40B4-BE49-F238E27FC236}">
                <a16:creationId xmlns:a16="http://schemas.microsoft.com/office/drawing/2014/main" id="{9D7A1666-319A-492C-AEDD-33067969C5D7}"/>
              </a:ext>
            </a:extLst>
          </p:cNvPr>
          <p:cNvSpPr>
            <a:spLocks noGrp="1"/>
          </p:cNvSpPr>
          <p:nvPr>
            <p:ph type="body" sz="quarter" idx="53" hasCustomPrompt="1"/>
          </p:nvPr>
        </p:nvSpPr>
        <p:spPr>
          <a:xfrm>
            <a:off x="509333" y="3297006"/>
            <a:ext cx="2699386" cy="283541"/>
          </a:xfrm>
          <a:prstGeom prst="rect">
            <a:avLst/>
          </a:prstGeom>
        </p:spPr>
        <p:txBody>
          <a:bodyPr anchor="ctr">
            <a:no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ПОДЗАГОЛОВОК ТРИ</a:t>
            </a:r>
          </a:p>
        </p:txBody>
      </p:sp>
      <p:sp>
        <p:nvSpPr>
          <p:cNvPr id="5" name="Рисунок 4">
            <a:extLst>
              <a:ext uri="{FF2B5EF4-FFF2-40B4-BE49-F238E27FC236}">
                <a16:creationId xmlns:a16="http://schemas.microsoft.com/office/drawing/2014/main" id="{4726ED40-928B-4E26-86E2-7BC9636E7620}"/>
              </a:ext>
            </a:extLst>
          </p:cNvPr>
          <p:cNvSpPr>
            <a:spLocks noGrp="1"/>
          </p:cNvSpPr>
          <p:nvPr>
            <p:ph type="pic" sz="quarter" idx="54"/>
          </p:nvPr>
        </p:nvSpPr>
        <p:spPr>
          <a:xfrm>
            <a:off x="4965701" y="444076"/>
            <a:ext cx="3853560" cy="4189837"/>
          </a:xfrm>
          <a:prstGeom prst="rect">
            <a:avLst/>
          </a:prstGeom>
        </p:spPr>
        <p:txBody>
          <a:bodyPr/>
          <a:lstStyle>
            <a:lvl1pPr marL="0" indent="0">
              <a:buNone/>
              <a:defRPr sz="1000">
                <a:solidFill>
                  <a:schemeClr val="bg2"/>
                </a:solidFill>
              </a:defRPr>
            </a:lvl1pPr>
          </a:lstStyle>
          <a:p>
            <a:endParaRPr lang="ru-RU" dirty="0"/>
          </a:p>
        </p:txBody>
      </p:sp>
    </p:spTree>
    <p:extLst>
      <p:ext uri="{BB962C8B-B14F-4D97-AF65-F5344CB8AC3E}">
        <p14:creationId xmlns:p14="http://schemas.microsoft.com/office/powerpoint/2010/main" val="3002093004"/>
      </p:ext>
    </p:extLst>
  </p:cSld>
  <p:clrMapOvr>
    <a:masterClrMapping/>
  </p:clrMapOvr>
  <p:transition spd="slow">
    <p:fade thruBlk="1"/>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Рамка и изображение.">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11" name="Скругленный прямоугольник 29">
            <a:extLst>
              <a:ext uri="{FF2B5EF4-FFF2-40B4-BE49-F238E27FC236}">
                <a16:creationId xmlns:a16="http://schemas.microsoft.com/office/drawing/2014/main" id="{1E1DDFB5-99D1-4E04-8226-90CBB59B8373}"/>
              </a:ext>
            </a:extLst>
          </p:cNvPr>
          <p:cNvSpPr/>
          <p:nvPr userDrawn="1"/>
        </p:nvSpPr>
        <p:spPr>
          <a:xfrm rot="16200000">
            <a:off x="384519" y="1273162"/>
            <a:ext cx="3483599" cy="3281502"/>
          </a:xfrm>
          <a:prstGeom prst="roundRect">
            <a:avLst>
              <a:gd name="adj" fmla="val 13981"/>
            </a:avLst>
          </a:prstGeom>
          <a:noFill/>
          <a:ln w="38100">
            <a:gradFill flip="none" rotWithShape="1">
              <a:gsLst>
                <a:gs pos="67000">
                  <a:schemeClr val="accent2"/>
                </a:gs>
                <a:gs pos="26000">
                  <a:schemeClr val="accent5"/>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738478" y="1452629"/>
            <a:ext cx="2629347" cy="506797"/>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ДЛИННЫЙ ЗАГОЛОВОК</a:t>
            </a:r>
            <a:br>
              <a:rPr lang="ru-RU" dirty="0"/>
            </a:br>
            <a:r>
              <a:rPr lang="ru-RU" dirty="0"/>
              <a:t>В ДВЕ СТРОЧКИ</a:t>
            </a:r>
          </a:p>
        </p:txBody>
      </p:sp>
      <p:sp>
        <p:nvSpPr>
          <p:cNvPr id="19" name="Текст 5">
            <a:extLst>
              <a:ext uri="{FF2B5EF4-FFF2-40B4-BE49-F238E27FC236}">
                <a16:creationId xmlns:a16="http://schemas.microsoft.com/office/drawing/2014/main" id="{1204E147-7AC5-4968-A3BF-56E83E9202BC}"/>
              </a:ext>
            </a:extLst>
          </p:cNvPr>
          <p:cNvSpPr>
            <a:spLocks noGrp="1"/>
          </p:cNvSpPr>
          <p:nvPr>
            <p:ph type="body" sz="quarter" idx="24" hasCustomPrompt="1"/>
          </p:nvPr>
        </p:nvSpPr>
        <p:spPr>
          <a:xfrm>
            <a:off x="738478" y="2002335"/>
            <a:ext cx="2629347" cy="811495"/>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p>
            <a:fld id="{03D1A0BF-D385-4A72-B24F-35C80431A2AC}" type="slidenum">
              <a:rPr lang="ru-RU" smtClean="0"/>
              <a:pPr/>
              <a:t>‹#›</a:t>
            </a:fld>
            <a:endParaRPr lang="ru-RU"/>
          </a:p>
        </p:txBody>
      </p:sp>
      <p:sp>
        <p:nvSpPr>
          <p:cNvPr id="14" name="Текст 37">
            <a:extLst>
              <a:ext uri="{FF2B5EF4-FFF2-40B4-BE49-F238E27FC236}">
                <a16:creationId xmlns:a16="http://schemas.microsoft.com/office/drawing/2014/main" id="{A36FB466-C77E-4273-BCD7-E04F4B92032D}"/>
              </a:ext>
            </a:extLst>
          </p:cNvPr>
          <p:cNvSpPr>
            <a:spLocks noGrp="1"/>
          </p:cNvSpPr>
          <p:nvPr>
            <p:ph type="body" sz="quarter" idx="32" hasCustomPrompt="1"/>
          </p:nvPr>
        </p:nvSpPr>
        <p:spPr>
          <a:xfrm>
            <a:off x="738477" y="3041023"/>
            <a:ext cx="2629347" cy="506797"/>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ДЛИННЫЙ ЗАГОЛОВОК</a:t>
            </a:r>
            <a:br>
              <a:rPr lang="ru-RU" dirty="0"/>
            </a:br>
            <a:r>
              <a:rPr lang="ru-RU" dirty="0"/>
              <a:t>В ДВЕ СТРОЧКИ</a:t>
            </a:r>
          </a:p>
        </p:txBody>
      </p:sp>
      <p:sp>
        <p:nvSpPr>
          <p:cNvPr id="15" name="Текст 5">
            <a:extLst>
              <a:ext uri="{FF2B5EF4-FFF2-40B4-BE49-F238E27FC236}">
                <a16:creationId xmlns:a16="http://schemas.microsoft.com/office/drawing/2014/main" id="{47356512-FE10-4CC7-82BA-61637734E062}"/>
              </a:ext>
            </a:extLst>
          </p:cNvPr>
          <p:cNvSpPr>
            <a:spLocks noGrp="1"/>
          </p:cNvSpPr>
          <p:nvPr>
            <p:ph type="body" sz="quarter" idx="33" hasCustomPrompt="1"/>
          </p:nvPr>
        </p:nvSpPr>
        <p:spPr>
          <a:xfrm>
            <a:off x="738476" y="3586544"/>
            <a:ext cx="2629347" cy="811495"/>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en-US" dirty="0"/>
              <a:t>On the other hand, we denounce with righteous indignation and dislike men</a:t>
            </a:r>
            <a:endParaRPr lang="ru-RU" dirty="0"/>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On the other hand, we denounce with righteous indignation and dislike men</a:t>
            </a:r>
            <a:endParaRPr lang="ru-RU" dirty="0"/>
          </a:p>
          <a:p>
            <a:pPr lvl="0"/>
            <a:endParaRPr lang="ru-RU" dirty="0"/>
          </a:p>
        </p:txBody>
      </p:sp>
      <p:sp>
        <p:nvSpPr>
          <p:cNvPr id="6" name="Рисунок 5">
            <a:extLst>
              <a:ext uri="{FF2B5EF4-FFF2-40B4-BE49-F238E27FC236}">
                <a16:creationId xmlns:a16="http://schemas.microsoft.com/office/drawing/2014/main" id="{CCC1B5AE-0424-4F8A-B1F6-69AFD034B9FF}"/>
              </a:ext>
            </a:extLst>
          </p:cNvPr>
          <p:cNvSpPr>
            <a:spLocks noGrp="1"/>
          </p:cNvSpPr>
          <p:nvPr>
            <p:ph type="pic" sz="quarter" idx="34"/>
          </p:nvPr>
        </p:nvSpPr>
        <p:spPr>
          <a:xfrm>
            <a:off x="4192588" y="1171575"/>
            <a:ext cx="4654550" cy="3406775"/>
          </a:xfrm>
          <a:prstGeom prst="rect">
            <a:avLst/>
          </a:prstGeom>
        </p:spPr>
        <p:txBody>
          <a:bodyPr/>
          <a:lstStyle>
            <a:lvl1pPr marL="0" indent="0" algn="ctr">
              <a:buNone/>
              <a:defRPr sz="1100" b="1">
                <a:solidFill>
                  <a:schemeClr val="bg2"/>
                </a:solidFill>
              </a:defRPr>
            </a:lvl1pPr>
          </a:lstStyle>
          <a:p>
            <a:endParaRPr lang="ru-RU" dirty="0"/>
          </a:p>
        </p:txBody>
      </p:sp>
    </p:spTree>
    <p:extLst>
      <p:ext uri="{BB962C8B-B14F-4D97-AF65-F5344CB8AC3E}">
        <p14:creationId xmlns:p14="http://schemas.microsoft.com/office/powerpoint/2010/main" val="770812275"/>
      </p:ext>
    </p:extLst>
  </p:cSld>
  <p:clrMapOvr>
    <a:masterClrMapping/>
  </p:clrMapOvr>
  <p:transition spd="slow">
    <p:fade thruBlk="1"/>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Рамка с текстом.">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11" name="Скругленный прямоугольник 29">
            <a:extLst>
              <a:ext uri="{FF2B5EF4-FFF2-40B4-BE49-F238E27FC236}">
                <a16:creationId xmlns:a16="http://schemas.microsoft.com/office/drawing/2014/main" id="{1E1DDFB5-99D1-4E04-8226-90CBB59B8373}"/>
              </a:ext>
            </a:extLst>
          </p:cNvPr>
          <p:cNvSpPr/>
          <p:nvPr userDrawn="1"/>
        </p:nvSpPr>
        <p:spPr>
          <a:xfrm rot="16200000">
            <a:off x="2790265" y="-1348069"/>
            <a:ext cx="3563470" cy="8384243"/>
          </a:xfrm>
          <a:prstGeom prst="roundRect">
            <a:avLst>
              <a:gd name="adj" fmla="val 8955"/>
            </a:avLst>
          </a:prstGeom>
          <a:noFill/>
          <a:ln w="38100">
            <a:gradFill flip="none" rotWithShape="1">
              <a:gsLst>
                <a:gs pos="67000">
                  <a:schemeClr val="accent2"/>
                </a:gs>
                <a:gs pos="26000">
                  <a:schemeClr val="accent5"/>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defRPr/>
            </a:pPr>
            <a:endParaRPr lang="ru-RU" sz="1050" dirty="0">
              <a:solidFill>
                <a:srgbClr val="FFFFFF"/>
              </a:solidFill>
              <a:latin typeface="Arial" panose="020B0604020202020204" pitchFamily="34" charset="0"/>
              <a:cs typeface="Arial" panose="020B0604020202020204" pitchFamily="34" charset="0"/>
            </a:endParaRPr>
          </a:p>
        </p:txBody>
      </p:sp>
      <p:sp>
        <p:nvSpPr>
          <p:cNvPr id="16" name="Текст 37">
            <a:extLst>
              <a:ext uri="{FF2B5EF4-FFF2-40B4-BE49-F238E27FC236}">
                <a16:creationId xmlns:a16="http://schemas.microsoft.com/office/drawing/2014/main" id="{9D7E462E-9E4A-4B5A-854D-2667567EAAEA}"/>
              </a:ext>
            </a:extLst>
          </p:cNvPr>
          <p:cNvSpPr>
            <a:spLocks noGrp="1"/>
          </p:cNvSpPr>
          <p:nvPr>
            <p:ph type="body" sz="quarter" idx="13" hasCustomPrompt="1"/>
          </p:nvPr>
        </p:nvSpPr>
        <p:spPr>
          <a:xfrm>
            <a:off x="690854" y="1452629"/>
            <a:ext cx="1285304" cy="506797"/>
          </a:xfrm>
          <a:prstGeom prst="rect">
            <a:avLst/>
          </a:prstGeom>
        </p:spPr>
        <p:txBody>
          <a:bodyPr>
            <a:noAutofit/>
          </a:bodyPr>
          <a:lstStyle>
            <a:lvl1pPr marL="0" indent="0">
              <a:buNone/>
              <a:defRPr sz="3600">
                <a:solidFill>
                  <a:schemeClr val="accent5"/>
                </a:solidFill>
                <a:latin typeface="Arial Black" panose="020B0A04020102020204" pitchFamily="34" charset="0"/>
              </a:defRPr>
            </a:lvl1pPr>
          </a:lstStyle>
          <a:p>
            <a:pPr lvl="0"/>
            <a:r>
              <a:rPr lang="ru-RU" dirty="0"/>
              <a:t>10%</a:t>
            </a:r>
          </a:p>
        </p:txBody>
      </p:sp>
      <p:sp>
        <p:nvSpPr>
          <p:cNvPr id="4" name="Заголовок 3">
            <a:extLst>
              <a:ext uri="{FF2B5EF4-FFF2-40B4-BE49-F238E27FC236}">
                <a16:creationId xmlns:a16="http://schemas.microsoft.com/office/drawing/2014/main" id="{B959540C-81FE-489A-B2FD-2C8984FAAB8C}"/>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50F194DF-11A2-4E57-A5EA-B009AB77D6A8}"/>
              </a:ext>
            </a:extLst>
          </p:cNvPr>
          <p:cNvSpPr>
            <a:spLocks noGrp="1"/>
          </p:cNvSpPr>
          <p:nvPr>
            <p:ph type="dt" sz="half" idx="3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AC1C66C7-60E8-40C5-9434-2A92D7F1A5D3}"/>
              </a:ext>
            </a:extLst>
          </p:cNvPr>
          <p:cNvSpPr>
            <a:spLocks noGrp="1"/>
          </p:cNvSpPr>
          <p:nvPr>
            <p:ph type="sldNum" sz="quarter" idx="31"/>
          </p:nvPr>
        </p:nvSpPr>
        <p:spPr/>
        <p:txBody>
          <a:bodyPr/>
          <a:lstStyle/>
          <a:p>
            <a:fld id="{03D1A0BF-D385-4A72-B24F-35C80431A2AC}" type="slidenum">
              <a:rPr lang="ru-RU" smtClean="0"/>
              <a:pPr/>
              <a:t>‹#›</a:t>
            </a:fld>
            <a:endParaRPr lang="ru-RU"/>
          </a:p>
        </p:txBody>
      </p:sp>
      <p:sp>
        <p:nvSpPr>
          <p:cNvPr id="14" name="Текст 37">
            <a:extLst>
              <a:ext uri="{FF2B5EF4-FFF2-40B4-BE49-F238E27FC236}">
                <a16:creationId xmlns:a16="http://schemas.microsoft.com/office/drawing/2014/main" id="{6B16FA27-E562-474F-82CD-1EF83EBFB32D}"/>
              </a:ext>
            </a:extLst>
          </p:cNvPr>
          <p:cNvSpPr>
            <a:spLocks noGrp="1"/>
          </p:cNvSpPr>
          <p:nvPr>
            <p:ph type="body" sz="quarter" idx="32" hasCustomPrompt="1"/>
          </p:nvPr>
        </p:nvSpPr>
        <p:spPr>
          <a:xfrm>
            <a:off x="2043294" y="1459353"/>
            <a:ext cx="2325287" cy="506797"/>
          </a:xfrm>
          <a:prstGeom prst="rect">
            <a:avLst/>
          </a:prstGeom>
        </p:spPr>
        <p:txBody>
          <a:bodyPr anchor="ctr">
            <a:noAutofit/>
          </a:bodyPr>
          <a:lstStyle>
            <a:lvl1pPr marL="0" indent="0">
              <a:lnSpc>
                <a:spcPct val="100000"/>
              </a:lnSpc>
              <a:spcBef>
                <a:spcPts val="0"/>
              </a:spcBef>
              <a:buNone/>
              <a:defRPr sz="1400">
                <a:solidFill>
                  <a:schemeClr val="bg2"/>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15" name="Текст 37">
            <a:extLst>
              <a:ext uri="{FF2B5EF4-FFF2-40B4-BE49-F238E27FC236}">
                <a16:creationId xmlns:a16="http://schemas.microsoft.com/office/drawing/2014/main" id="{DDDDF5C5-30AC-4D96-92C5-54E58EAE4D13}"/>
              </a:ext>
            </a:extLst>
          </p:cNvPr>
          <p:cNvSpPr>
            <a:spLocks noGrp="1"/>
          </p:cNvSpPr>
          <p:nvPr>
            <p:ph type="body" sz="quarter" idx="33" hasCustomPrompt="1"/>
          </p:nvPr>
        </p:nvSpPr>
        <p:spPr>
          <a:xfrm>
            <a:off x="4802755" y="1445905"/>
            <a:ext cx="1285304" cy="506797"/>
          </a:xfrm>
          <a:prstGeom prst="rect">
            <a:avLst/>
          </a:prstGeom>
        </p:spPr>
        <p:txBody>
          <a:bodyPr>
            <a:noAutofit/>
          </a:bodyPr>
          <a:lstStyle>
            <a:lvl1pPr marL="0" indent="0">
              <a:buNone/>
              <a:defRPr sz="3600">
                <a:solidFill>
                  <a:schemeClr val="accent5"/>
                </a:solidFill>
                <a:latin typeface="Arial Black" panose="020B0A04020102020204" pitchFamily="34" charset="0"/>
              </a:defRPr>
            </a:lvl1pPr>
          </a:lstStyle>
          <a:p>
            <a:pPr lvl="0"/>
            <a:r>
              <a:rPr lang="ru-RU" dirty="0"/>
              <a:t>10%</a:t>
            </a:r>
          </a:p>
        </p:txBody>
      </p:sp>
      <p:sp>
        <p:nvSpPr>
          <p:cNvPr id="22" name="Текст 37">
            <a:extLst>
              <a:ext uri="{FF2B5EF4-FFF2-40B4-BE49-F238E27FC236}">
                <a16:creationId xmlns:a16="http://schemas.microsoft.com/office/drawing/2014/main" id="{99E724CA-6911-415B-AEB7-23F77119024B}"/>
              </a:ext>
            </a:extLst>
          </p:cNvPr>
          <p:cNvSpPr>
            <a:spLocks noGrp="1"/>
          </p:cNvSpPr>
          <p:nvPr>
            <p:ph type="body" sz="quarter" idx="35" hasCustomPrompt="1"/>
          </p:nvPr>
        </p:nvSpPr>
        <p:spPr>
          <a:xfrm>
            <a:off x="6155195" y="1452629"/>
            <a:ext cx="2325287" cy="506797"/>
          </a:xfrm>
          <a:prstGeom prst="rect">
            <a:avLst/>
          </a:prstGeom>
        </p:spPr>
        <p:txBody>
          <a:bodyPr anchor="ctr">
            <a:noAutofit/>
          </a:bodyPr>
          <a:lstStyle>
            <a:lvl1pPr marL="0" indent="0">
              <a:lnSpc>
                <a:spcPct val="100000"/>
              </a:lnSpc>
              <a:spcBef>
                <a:spcPts val="0"/>
              </a:spcBef>
              <a:buNone/>
              <a:defRPr sz="1400">
                <a:solidFill>
                  <a:schemeClr val="bg2"/>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24" name="Текст 5">
            <a:extLst>
              <a:ext uri="{FF2B5EF4-FFF2-40B4-BE49-F238E27FC236}">
                <a16:creationId xmlns:a16="http://schemas.microsoft.com/office/drawing/2014/main" id="{F840BC7C-0F13-4EFD-ADFD-172DC7C0C7DF}"/>
              </a:ext>
            </a:extLst>
          </p:cNvPr>
          <p:cNvSpPr>
            <a:spLocks noGrp="1"/>
          </p:cNvSpPr>
          <p:nvPr>
            <p:ph type="body" sz="quarter" idx="24" hasCustomPrompt="1"/>
          </p:nvPr>
        </p:nvSpPr>
        <p:spPr>
          <a:xfrm>
            <a:off x="690854" y="2057400"/>
            <a:ext cx="3528722"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25" name="Текст 5">
            <a:extLst>
              <a:ext uri="{FF2B5EF4-FFF2-40B4-BE49-F238E27FC236}">
                <a16:creationId xmlns:a16="http://schemas.microsoft.com/office/drawing/2014/main" id="{44BCC359-7CD4-4667-8921-F9B56B2066A3}"/>
              </a:ext>
            </a:extLst>
          </p:cNvPr>
          <p:cNvSpPr>
            <a:spLocks noGrp="1"/>
          </p:cNvSpPr>
          <p:nvPr>
            <p:ph type="body" sz="quarter" idx="36" hasCustomPrompt="1"/>
          </p:nvPr>
        </p:nvSpPr>
        <p:spPr>
          <a:xfrm>
            <a:off x="4818374" y="2057400"/>
            <a:ext cx="3528722"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26" name="Текст 37">
            <a:extLst>
              <a:ext uri="{FF2B5EF4-FFF2-40B4-BE49-F238E27FC236}">
                <a16:creationId xmlns:a16="http://schemas.microsoft.com/office/drawing/2014/main" id="{69429E81-5A40-45DD-8413-A1E012AFF59C}"/>
              </a:ext>
            </a:extLst>
          </p:cNvPr>
          <p:cNvSpPr>
            <a:spLocks noGrp="1"/>
          </p:cNvSpPr>
          <p:nvPr>
            <p:ph type="body" sz="quarter" idx="37" hasCustomPrompt="1"/>
          </p:nvPr>
        </p:nvSpPr>
        <p:spPr>
          <a:xfrm>
            <a:off x="706473" y="2967957"/>
            <a:ext cx="1285304" cy="506797"/>
          </a:xfrm>
          <a:prstGeom prst="rect">
            <a:avLst/>
          </a:prstGeom>
        </p:spPr>
        <p:txBody>
          <a:bodyPr>
            <a:noAutofit/>
          </a:bodyPr>
          <a:lstStyle>
            <a:lvl1pPr marL="0" indent="0">
              <a:buNone/>
              <a:defRPr sz="3600">
                <a:solidFill>
                  <a:schemeClr val="accent5"/>
                </a:solidFill>
                <a:latin typeface="Arial Black" panose="020B0A04020102020204" pitchFamily="34" charset="0"/>
              </a:defRPr>
            </a:lvl1pPr>
          </a:lstStyle>
          <a:p>
            <a:pPr lvl="0"/>
            <a:r>
              <a:rPr lang="ru-RU" dirty="0"/>
              <a:t>10%</a:t>
            </a:r>
          </a:p>
        </p:txBody>
      </p:sp>
      <p:sp>
        <p:nvSpPr>
          <p:cNvPr id="27" name="Текст 37">
            <a:extLst>
              <a:ext uri="{FF2B5EF4-FFF2-40B4-BE49-F238E27FC236}">
                <a16:creationId xmlns:a16="http://schemas.microsoft.com/office/drawing/2014/main" id="{E39D67F1-7AE6-479F-A194-0D1682C5EFB6}"/>
              </a:ext>
            </a:extLst>
          </p:cNvPr>
          <p:cNvSpPr>
            <a:spLocks noGrp="1"/>
          </p:cNvSpPr>
          <p:nvPr>
            <p:ph type="body" sz="quarter" idx="38" hasCustomPrompt="1"/>
          </p:nvPr>
        </p:nvSpPr>
        <p:spPr>
          <a:xfrm>
            <a:off x="2058913" y="2974681"/>
            <a:ext cx="2325287" cy="506797"/>
          </a:xfrm>
          <a:prstGeom prst="rect">
            <a:avLst/>
          </a:prstGeom>
        </p:spPr>
        <p:txBody>
          <a:bodyPr anchor="ctr">
            <a:noAutofit/>
          </a:bodyPr>
          <a:lstStyle>
            <a:lvl1pPr marL="0" indent="0">
              <a:lnSpc>
                <a:spcPct val="100000"/>
              </a:lnSpc>
              <a:spcBef>
                <a:spcPts val="0"/>
              </a:spcBef>
              <a:buNone/>
              <a:defRPr sz="1400">
                <a:solidFill>
                  <a:schemeClr val="bg2"/>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28" name="Текст 37">
            <a:extLst>
              <a:ext uri="{FF2B5EF4-FFF2-40B4-BE49-F238E27FC236}">
                <a16:creationId xmlns:a16="http://schemas.microsoft.com/office/drawing/2014/main" id="{F8AE5F54-A110-4413-9E21-F12D84553B8A}"/>
              </a:ext>
            </a:extLst>
          </p:cNvPr>
          <p:cNvSpPr>
            <a:spLocks noGrp="1"/>
          </p:cNvSpPr>
          <p:nvPr>
            <p:ph type="body" sz="quarter" idx="39" hasCustomPrompt="1"/>
          </p:nvPr>
        </p:nvSpPr>
        <p:spPr>
          <a:xfrm>
            <a:off x="4818374" y="2961233"/>
            <a:ext cx="1285304" cy="506797"/>
          </a:xfrm>
          <a:prstGeom prst="rect">
            <a:avLst/>
          </a:prstGeom>
        </p:spPr>
        <p:txBody>
          <a:bodyPr>
            <a:noAutofit/>
          </a:bodyPr>
          <a:lstStyle>
            <a:lvl1pPr marL="0" indent="0">
              <a:buNone/>
              <a:defRPr sz="3600">
                <a:solidFill>
                  <a:schemeClr val="accent5"/>
                </a:solidFill>
                <a:latin typeface="Arial Black" panose="020B0A04020102020204" pitchFamily="34" charset="0"/>
              </a:defRPr>
            </a:lvl1pPr>
          </a:lstStyle>
          <a:p>
            <a:pPr lvl="0"/>
            <a:r>
              <a:rPr lang="ru-RU" dirty="0"/>
              <a:t>10%</a:t>
            </a:r>
          </a:p>
        </p:txBody>
      </p:sp>
      <p:sp>
        <p:nvSpPr>
          <p:cNvPr id="29" name="Текст 37">
            <a:extLst>
              <a:ext uri="{FF2B5EF4-FFF2-40B4-BE49-F238E27FC236}">
                <a16:creationId xmlns:a16="http://schemas.microsoft.com/office/drawing/2014/main" id="{6889906B-5F32-4AF7-9651-2FA036799352}"/>
              </a:ext>
            </a:extLst>
          </p:cNvPr>
          <p:cNvSpPr>
            <a:spLocks noGrp="1"/>
          </p:cNvSpPr>
          <p:nvPr>
            <p:ph type="body" sz="quarter" idx="40" hasCustomPrompt="1"/>
          </p:nvPr>
        </p:nvSpPr>
        <p:spPr>
          <a:xfrm>
            <a:off x="6170814" y="2967957"/>
            <a:ext cx="2325287" cy="506797"/>
          </a:xfrm>
          <a:prstGeom prst="rect">
            <a:avLst/>
          </a:prstGeom>
        </p:spPr>
        <p:txBody>
          <a:bodyPr anchor="ctr">
            <a:noAutofit/>
          </a:bodyPr>
          <a:lstStyle>
            <a:lvl1pPr marL="0" indent="0">
              <a:lnSpc>
                <a:spcPct val="100000"/>
              </a:lnSpc>
              <a:spcBef>
                <a:spcPts val="0"/>
              </a:spcBef>
              <a:buNone/>
              <a:defRPr sz="1400">
                <a:solidFill>
                  <a:schemeClr val="bg2"/>
                </a:solidFill>
                <a:latin typeface="Arial Black" panose="020B0A04020102020204" pitchFamily="34" charset="0"/>
              </a:defRPr>
            </a:lvl1pPr>
          </a:lstStyle>
          <a:p>
            <a:pPr lvl="0"/>
            <a:r>
              <a:rPr lang="ru-RU" dirty="0"/>
              <a:t>ПОДЗАГОЛОВОК</a:t>
            </a:r>
            <a:br>
              <a:rPr lang="ru-RU" dirty="0"/>
            </a:br>
            <a:r>
              <a:rPr lang="ru-RU" dirty="0"/>
              <a:t>В ДВЕ СТРОЧКИ</a:t>
            </a:r>
          </a:p>
        </p:txBody>
      </p:sp>
      <p:sp>
        <p:nvSpPr>
          <p:cNvPr id="30" name="Текст 5">
            <a:extLst>
              <a:ext uri="{FF2B5EF4-FFF2-40B4-BE49-F238E27FC236}">
                <a16:creationId xmlns:a16="http://schemas.microsoft.com/office/drawing/2014/main" id="{C4563E8E-CAD0-4033-80F2-1A1DAF00730A}"/>
              </a:ext>
            </a:extLst>
          </p:cNvPr>
          <p:cNvSpPr>
            <a:spLocks noGrp="1"/>
          </p:cNvSpPr>
          <p:nvPr>
            <p:ph type="body" sz="quarter" idx="41" hasCustomPrompt="1"/>
          </p:nvPr>
        </p:nvSpPr>
        <p:spPr>
          <a:xfrm>
            <a:off x="706473" y="3572728"/>
            <a:ext cx="3528722"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31" name="Текст 5">
            <a:extLst>
              <a:ext uri="{FF2B5EF4-FFF2-40B4-BE49-F238E27FC236}">
                <a16:creationId xmlns:a16="http://schemas.microsoft.com/office/drawing/2014/main" id="{DCAD2BDB-94F6-414F-A9F0-50F1D73413F6}"/>
              </a:ext>
            </a:extLst>
          </p:cNvPr>
          <p:cNvSpPr>
            <a:spLocks noGrp="1"/>
          </p:cNvSpPr>
          <p:nvPr>
            <p:ph type="body" sz="quarter" idx="42" hasCustomPrompt="1"/>
          </p:nvPr>
        </p:nvSpPr>
        <p:spPr>
          <a:xfrm>
            <a:off x="4833993" y="3572728"/>
            <a:ext cx="3528722" cy="568645"/>
          </a:xfrm>
          <a:prstGeom prst="rect">
            <a:avLst/>
          </a:prstGeom>
        </p:spPr>
        <p:txBody>
          <a:bodyPr/>
          <a:lstStyle>
            <a:lvl1pPr marL="0" indent="0">
              <a:buNone/>
              <a:defRPr sz="900">
                <a:solidFill>
                  <a:schemeClr val="bg2"/>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Tree>
    <p:extLst>
      <p:ext uri="{BB962C8B-B14F-4D97-AF65-F5344CB8AC3E}">
        <p14:creationId xmlns:p14="http://schemas.microsoft.com/office/powerpoint/2010/main" val="3594807236"/>
      </p:ext>
    </p:extLst>
  </p:cSld>
  <p:clrMapOvr>
    <a:masterClrMapping/>
  </p:clrMapOvr>
  <p:transition spd="slow">
    <p:fade thruBlk="1"/>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Диаграмма.1">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9" name="Диаграмма 8">
            <a:extLst>
              <a:ext uri="{FF2B5EF4-FFF2-40B4-BE49-F238E27FC236}">
                <a16:creationId xmlns:a16="http://schemas.microsoft.com/office/drawing/2014/main" id="{24E67247-DBB9-46DF-A3D9-FEC4EE15383C}"/>
              </a:ext>
            </a:extLst>
          </p:cNvPr>
          <p:cNvSpPr>
            <a:spLocks noGrp="1"/>
          </p:cNvSpPr>
          <p:nvPr>
            <p:ph type="chart" sz="quarter" idx="10"/>
          </p:nvPr>
        </p:nvSpPr>
        <p:spPr>
          <a:xfrm>
            <a:off x="555236" y="1398721"/>
            <a:ext cx="3386674" cy="3104122"/>
          </a:xfrm>
          <a:prstGeom prst="rect">
            <a:avLst/>
          </a:prstGeom>
        </p:spPr>
        <p:txBody>
          <a:bodyPr/>
          <a:lstStyle>
            <a:lvl1pPr marL="0" indent="0">
              <a:buNone/>
              <a:defRPr sz="1200">
                <a:solidFill>
                  <a:schemeClr val="bg1"/>
                </a:solidFill>
              </a:defRPr>
            </a:lvl1pPr>
          </a:lstStyle>
          <a:p>
            <a:endParaRPr lang="ru-RU" dirty="0"/>
          </a:p>
        </p:txBody>
      </p:sp>
      <p:sp>
        <p:nvSpPr>
          <p:cNvPr id="22" name="Текст 37">
            <a:extLst>
              <a:ext uri="{FF2B5EF4-FFF2-40B4-BE49-F238E27FC236}">
                <a16:creationId xmlns:a16="http://schemas.microsoft.com/office/drawing/2014/main" id="{1196ED0A-439F-483A-A87D-D0F4E82C356B}"/>
              </a:ext>
            </a:extLst>
          </p:cNvPr>
          <p:cNvSpPr>
            <a:spLocks noGrp="1"/>
          </p:cNvSpPr>
          <p:nvPr>
            <p:ph type="body" sz="quarter" idx="13" hasCustomPrompt="1"/>
          </p:nvPr>
        </p:nvSpPr>
        <p:spPr>
          <a:xfrm>
            <a:off x="5336849" y="1406632"/>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 ОДИН</a:t>
            </a:r>
          </a:p>
        </p:txBody>
      </p:sp>
      <p:sp>
        <p:nvSpPr>
          <p:cNvPr id="23" name="Текст 5">
            <a:extLst>
              <a:ext uri="{FF2B5EF4-FFF2-40B4-BE49-F238E27FC236}">
                <a16:creationId xmlns:a16="http://schemas.microsoft.com/office/drawing/2014/main" id="{EF25DD81-6C18-4394-A527-C6C59BF16F16}"/>
              </a:ext>
            </a:extLst>
          </p:cNvPr>
          <p:cNvSpPr>
            <a:spLocks noGrp="1"/>
          </p:cNvSpPr>
          <p:nvPr>
            <p:ph type="body" sz="quarter" idx="26" hasCustomPrompt="1"/>
          </p:nvPr>
        </p:nvSpPr>
        <p:spPr>
          <a:xfrm>
            <a:off x="5336849" y="1749746"/>
            <a:ext cx="2585390" cy="568645"/>
          </a:xfrm>
          <a:prstGeom prst="rect">
            <a:avLst/>
          </a:prstGeom>
        </p:spPr>
        <p:txBody>
          <a:bodyPr/>
          <a:lstStyle>
            <a:lvl1pPr marL="0" indent="0">
              <a:buFont typeface="Arial" panose="020B0604020202020204" pitchFamily="34" charset="0"/>
              <a:buNone/>
              <a:defRPr sz="1050">
                <a:solidFill>
                  <a:schemeClr val="bg2"/>
                </a:solidFill>
              </a:defRPr>
            </a:lvl1pPr>
          </a:lstStyle>
          <a:p>
            <a:pPr lvl="0"/>
            <a:r>
              <a:rPr lang="en-US" dirty="0"/>
              <a:t>On the other hand, we denounce with righteous indignation and dislike men</a:t>
            </a:r>
            <a:endParaRPr lang="ru-RU" dirty="0"/>
          </a:p>
        </p:txBody>
      </p:sp>
      <p:sp>
        <p:nvSpPr>
          <p:cNvPr id="24" name="Текст 37">
            <a:extLst>
              <a:ext uri="{FF2B5EF4-FFF2-40B4-BE49-F238E27FC236}">
                <a16:creationId xmlns:a16="http://schemas.microsoft.com/office/drawing/2014/main" id="{65F0EDBD-9130-489E-ABC5-534562B8CA17}"/>
              </a:ext>
            </a:extLst>
          </p:cNvPr>
          <p:cNvSpPr>
            <a:spLocks noGrp="1"/>
          </p:cNvSpPr>
          <p:nvPr>
            <p:ph type="body" sz="quarter" idx="27" hasCustomPrompt="1"/>
          </p:nvPr>
        </p:nvSpPr>
        <p:spPr>
          <a:xfrm>
            <a:off x="5336849" y="2515854"/>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 ДВА</a:t>
            </a:r>
          </a:p>
        </p:txBody>
      </p:sp>
      <p:sp>
        <p:nvSpPr>
          <p:cNvPr id="35" name="Текст 5">
            <a:extLst>
              <a:ext uri="{FF2B5EF4-FFF2-40B4-BE49-F238E27FC236}">
                <a16:creationId xmlns:a16="http://schemas.microsoft.com/office/drawing/2014/main" id="{022A5DA8-7C4E-4B05-BA20-BACF7F981C36}"/>
              </a:ext>
            </a:extLst>
          </p:cNvPr>
          <p:cNvSpPr>
            <a:spLocks noGrp="1"/>
          </p:cNvSpPr>
          <p:nvPr>
            <p:ph type="body" sz="quarter" idx="28" hasCustomPrompt="1"/>
          </p:nvPr>
        </p:nvSpPr>
        <p:spPr>
          <a:xfrm>
            <a:off x="5336849" y="2858968"/>
            <a:ext cx="2585390" cy="568645"/>
          </a:xfrm>
          <a:prstGeom prst="rect">
            <a:avLst/>
          </a:prstGeom>
        </p:spPr>
        <p:txBody>
          <a:bodyPr/>
          <a:lstStyle>
            <a:lvl1pPr marL="0" indent="0">
              <a:buFont typeface="Arial" panose="020B0604020202020204" pitchFamily="34" charset="0"/>
              <a:buNone/>
              <a:defRPr sz="1050">
                <a:solidFill>
                  <a:schemeClr val="bg2"/>
                </a:solidFill>
              </a:defRPr>
            </a:lvl1pPr>
          </a:lstStyle>
          <a:p>
            <a:pPr lvl="0"/>
            <a:r>
              <a:rPr lang="en-US" dirty="0"/>
              <a:t>On the other hand, we denounce with righteous indignation and dislike men</a:t>
            </a:r>
            <a:endParaRPr lang="ru-RU" dirty="0"/>
          </a:p>
        </p:txBody>
      </p:sp>
      <p:sp>
        <p:nvSpPr>
          <p:cNvPr id="11" name="Овал 10">
            <a:extLst>
              <a:ext uri="{FF2B5EF4-FFF2-40B4-BE49-F238E27FC236}">
                <a16:creationId xmlns:a16="http://schemas.microsoft.com/office/drawing/2014/main" id="{C68D56A9-59EF-4778-B72E-BC5449BC2758}"/>
              </a:ext>
            </a:extLst>
          </p:cNvPr>
          <p:cNvSpPr/>
          <p:nvPr userDrawn="1"/>
        </p:nvSpPr>
        <p:spPr>
          <a:xfrm>
            <a:off x="4687260" y="1391037"/>
            <a:ext cx="568645" cy="568645"/>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Овал 35">
            <a:extLst>
              <a:ext uri="{FF2B5EF4-FFF2-40B4-BE49-F238E27FC236}">
                <a16:creationId xmlns:a16="http://schemas.microsoft.com/office/drawing/2014/main" id="{569FFC20-4807-4713-BB8C-3FD87465A01D}"/>
              </a:ext>
            </a:extLst>
          </p:cNvPr>
          <p:cNvSpPr/>
          <p:nvPr userDrawn="1"/>
        </p:nvSpPr>
        <p:spPr>
          <a:xfrm>
            <a:off x="4687259" y="2500486"/>
            <a:ext cx="568645" cy="568645"/>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Текст 5">
            <a:extLst>
              <a:ext uri="{FF2B5EF4-FFF2-40B4-BE49-F238E27FC236}">
                <a16:creationId xmlns:a16="http://schemas.microsoft.com/office/drawing/2014/main" id="{CB01C745-B09D-4300-809F-BC059CAE5A13}"/>
              </a:ext>
            </a:extLst>
          </p:cNvPr>
          <p:cNvSpPr>
            <a:spLocks noGrp="1"/>
          </p:cNvSpPr>
          <p:nvPr>
            <p:ph type="body" sz="quarter" idx="25" hasCustomPrompt="1"/>
          </p:nvPr>
        </p:nvSpPr>
        <p:spPr>
          <a:xfrm>
            <a:off x="4727253" y="3921190"/>
            <a:ext cx="3753935" cy="896681"/>
          </a:xfrm>
          <a:prstGeom prst="rect">
            <a:avLst/>
          </a:prstGeom>
        </p:spPr>
        <p:txBody>
          <a:bodyPr/>
          <a:lstStyle>
            <a:lvl1pPr marL="0" indent="0">
              <a:buNone/>
              <a:defRPr sz="1050">
                <a:solidFill>
                  <a:schemeClr val="bg2"/>
                </a:solidFill>
              </a:defRPr>
            </a:lvl1pPr>
          </a:lstStyle>
          <a:p>
            <a:pPr lvl="0"/>
            <a:r>
              <a:rPr lang="en-US" dirty="0"/>
              <a:t>On the other hand, we denounce with righteous indignation and dislike men who are so beguiled and demoralized by the charms of pleasure of the moment, so blinded by desire, that they cannot foresee the pain and trouble that are bound to ensue</a:t>
            </a:r>
            <a:endParaRPr lang="ru-RU" dirty="0"/>
          </a:p>
        </p:txBody>
      </p:sp>
      <p:sp>
        <p:nvSpPr>
          <p:cNvPr id="40" name="Текст 37">
            <a:extLst>
              <a:ext uri="{FF2B5EF4-FFF2-40B4-BE49-F238E27FC236}">
                <a16:creationId xmlns:a16="http://schemas.microsoft.com/office/drawing/2014/main" id="{9DE8106A-94E5-49B6-9FE5-EAC5A7531ABC}"/>
              </a:ext>
            </a:extLst>
          </p:cNvPr>
          <p:cNvSpPr>
            <a:spLocks noGrp="1"/>
          </p:cNvSpPr>
          <p:nvPr>
            <p:ph type="body" sz="quarter" idx="31" hasCustomPrompt="1"/>
          </p:nvPr>
        </p:nvSpPr>
        <p:spPr>
          <a:xfrm>
            <a:off x="4727253" y="3584385"/>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ВЫВОД</a:t>
            </a:r>
          </a:p>
        </p:txBody>
      </p:sp>
      <p:sp>
        <p:nvSpPr>
          <p:cNvPr id="4" name="Заголовок 3">
            <a:extLst>
              <a:ext uri="{FF2B5EF4-FFF2-40B4-BE49-F238E27FC236}">
                <a16:creationId xmlns:a16="http://schemas.microsoft.com/office/drawing/2014/main" id="{1453C4CA-06CC-4AE7-8DF3-73AFEA141EC9}"/>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88C97761-3206-4EC5-89E6-FE192B12204F}"/>
              </a:ext>
            </a:extLst>
          </p:cNvPr>
          <p:cNvSpPr>
            <a:spLocks noGrp="1"/>
          </p:cNvSpPr>
          <p:nvPr>
            <p:ph type="dt" sz="half" idx="32"/>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AD83904-4868-4D6A-A16B-839E06D37B2E}"/>
              </a:ext>
            </a:extLst>
          </p:cNvPr>
          <p:cNvSpPr>
            <a:spLocks noGrp="1"/>
          </p:cNvSpPr>
          <p:nvPr>
            <p:ph type="sldNum" sz="quarter" idx="33"/>
          </p:nvPr>
        </p:nvSpPr>
        <p:spPr/>
        <p:txBody>
          <a:bodyPr/>
          <a:lstStyle/>
          <a:p>
            <a:fld id="{03D1A0BF-D385-4A72-B24F-35C80431A2AC}" type="slidenum">
              <a:rPr lang="ru-RU" smtClean="0"/>
              <a:pPr/>
              <a:t>‹#›</a:t>
            </a:fld>
            <a:endParaRPr lang="ru-RU"/>
          </a:p>
        </p:txBody>
      </p:sp>
    </p:spTree>
    <p:extLst>
      <p:ext uri="{BB962C8B-B14F-4D97-AF65-F5344CB8AC3E}">
        <p14:creationId xmlns:p14="http://schemas.microsoft.com/office/powerpoint/2010/main" val="3393612887"/>
      </p:ext>
    </p:extLst>
  </p:cSld>
  <p:clrMapOvr>
    <a:masterClrMapping/>
  </p:clrMapOvr>
  <p:transition spd="slow">
    <p:fade thruBlk="1"/>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Диаграмма.2">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9" name="Диаграмма 8">
            <a:extLst>
              <a:ext uri="{FF2B5EF4-FFF2-40B4-BE49-F238E27FC236}">
                <a16:creationId xmlns:a16="http://schemas.microsoft.com/office/drawing/2014/main" id="{24E67247-DBB9-46DF-A3D9-FEC4EE15383C}"/>
              </a:ext>
            </a:extLst>
          </p:cNvPr>
          <p:cNvSpPr>
            <a:spLocks noGrp="1"/>
          </p:cNvSpPr>
          <p:nvPr>
            <p:ph type="chart" sz="quarter" idx="10"/>
          </p:nvPr>
        </p:nvSpPr>
        <p:spPr>
          <a:xfrm>
            <a:off x="555236" y="1398721"/>
            <a:ext cx="3386674" cy="3104122"/>
          </a:xfrm>
          <a:prstGeom prst="rect">
            <a:avLst/>
          </a:prstGeom>
        </p:spPr>
        <p:txBody>
          <a:bodyPr/>
          <a:lstStyle>
            <a:lvl1pPr marL="0" indent="0">
              <a:buNone/>
              <a:defRPr sz="1200">
                <a:solidFill>
                  <a:schemeClr val="bg1"/>
                </a:solidFill>
              </a:defRPr>
            </a:lvl1pPr>
          </a:lstStyle>
          <a:p>
            <a:endParaRPr lang="ru-RU" dirty="0"/>
          </a:p>
        </p:txBody>
      </p:sp>
      <p:sp>
        <p:nvSpPr>
          <p:cNvPr id="22" name="Текст 37">
            <a:extLst>
              <a:ext uri="{FF2B5EF4-FFF2-40B4-BE49-F238E27FC236}">
                <a16:creationId xmlns:a16="http://schemas.microsoft.com/office/drawing/2014/main" id="{1196ED0A-439F-483A-A87D-D0F4E82C356B}"/>
              </a:ext>
            </a:extLst>
          </p:cNvPr>
          <p:cNvSpPr>
            <a:spLocks noGrp="1"/>
          </p:cNvSpPr>
          <p:nvPr>
            <p:ph type="body" sz="quarter" idx="13" hasCustomPrompt="1"/>
          </p:nvPr>
        </p:nvSpPr>
        <p:spPr>
          <a:xfrm>
            <a:off x="5336849" y="967409"/>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 ОДИН</a:t>
            </a:r>
          </a:p>
        </p:txBody>
      </p:sp>
      <p:sp>
        <p:nvSpPr>
          <p:cNvPr id="23" name="Текст 5">
            <a:extLst>
              <a:ext uri="{FF2B5EF4-FFF2-40B4-BE49-F238E27FC236}">
                <a16:creationId xmlns:a16="http://schemas.microsoft.com/office/drawing/2014/main" id="{EF25DD81-6C18-4394-A527-C6C59BF16F16}"/>
              </a:ext>
            </a:extLst>
          </p:cNvPr>
          <p:cNvSpPr>
            <a:spLocks noGrp="1"/>
          </p:cNvSpPr>
          <p:nvPr>
            <p:ph type="body" sz="quarter" idx="26" hasCustomPrompt="1"/>
          </p:nvPr>
        </p:nvSpPr>
        <p:spPr>
          <a:xfrm>
            <a:off x="5336849" y="1310524"/>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Первый пункт</a:t>
            </a:r>
          </a:p>
        </p:txBody>
      </p:sp>
      <p:sp>
        <p:nvSpPr>
          <p:cNvPr id="4" name="Заголовок 3">
            <a:extLst>
              <a:ext uri="{FF2B5EF4-FFF2-40B4-BE49-F238E27FC236}">
                <a16:creationId xmlns:a16="http://schemas.microsoft.com/office/drawing/2014/main" id="{1453C4CA-06CC-4AE7-8DF3-73AFEA141EC9}"/>
              </a:ext>
            </a:extLst>
          </p:cNvPr>
          <p:cNvSpPr>
            <a:spLocks noGrp="1"/>
          </p:cNvSpPr>
          <p:nvPr>
            <p:ph type="title" hasCustomPrompt="1"/>
          </p:nvPr>
        </p:nvSpPr>
        <p:spPr/>
        <p:txBody>
          <a:bodyPr/>
          <a:lstStyle>
            <a:lvl1pPr>
              <a:defRPr>
                <a:solidFill>
                  <a:schemeClr val="tx1"/>
                </a:solidFill>
              </a:defRPr>
            </a:lvl1pPr>
          </a:lstStyle>
          <a:p>
            <a:r>
              <a:rPr lang="ru-RU" dirty="0"/>
              <a:t>ОБРАЗЕЦ ЗАГОЛОВКА</a:t>
            </a:r>
          </a:p>
        </p:txBody>
      </p:sp>
      <p:sp>
        <p:nvSpPr>
          <p:cNvPr id="2" name="Дата 1">
            <a:extLst>
              <a:ext uri="{FF2B5EF4-FFF2-40B4-BE49-F238E27FC236}">
                <a16:creationId xmlns:a16="http://schemas.microsoft.com/office/drawing/2014/main" id="{88C97761-3206-4EC5-89E6-FE192B12204F}"/>
              </a:ext>
            </a:extLst>
          </p:cNvPr>
          <p:cNvSpPr>
            <a:spLocks noGrp="1"/>
          </p:cNvSpPr>
          <p:nvPr>
            <p:ph type="dt" sz="half" idx="32"/>
          </p:nvPr>
        </p:nvSpPr>
        <p:spPr/>
        <p:txBody>
          <a:bodyPr/>
          <a:lstStyle>
            <a:lvl1pPr>
              <a:defRPr>
                <a:solidFill>
                  <a:schemeClr val="tx1"/>
                </a:solidFill>
              </a:defRPr>
            </a:lvl1p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AD83904-4868-4D6A-A16B-839E06D37B2E}"/>
              </a:ext>
            </a:extLst>
          </p:cNvPr>
          <p:cNvSpPr>
            <a:spLocks noGrp="1"/>
          </p:cNvSpPr>
          <p:nvPr>
            <p:ph type="sldNum" sz="quarter" idx="33"/>
          </p:nvPr>
        </p:nvSpPr>
        <p:spPr/>
        <p:txBody>
          <a:bodyPr/>
          <a:lstStyle>
            <a:lvl1pPr>
              <a:defRPr>
                <a:solidFill>
                  <a:schemeClr val="tx1"/>
                </a:solidFill>
              </a:defRPr>
            </a:lvl1pPr>
          </a:lstStyle>
          <a:p>
            <a:fld id="{03D1A0BF-D385-4A72-B24F-35C80431A2AC}" type="slidenum">
              <a:rPr lang="ru-RU" smtClean="0"/>
              <a:pPr/>
              <a:t>‹#›</a:t>
            </a:fld>
            <a:endParaRPr lang="ru-RU"/>
          </a:p>
        </p:txBody>
      </p:sp>
      <p:sp>
        <p:nvSpPr>
          <p:cNvPr id="19" name="Овал 18">
            <a:extLst>
              <a:ext uri="{FF2B5EF4-FFF2-40B4-BE49-F238E27FC236}">
                <a16:creationId xmlns:a16="http://schemas.microsoft.com/office/drawing/2014/main" id="{8CD8EA1E-8362-49A4-9D2A-CD0351308A7F}"/>
              </a:ext>
            </a:extLst>
          </p:cNvPr>
          <p:cNvSpPr/>
          <p:nvPr userDrawn="1"/>
        </p:nvSpPr>
        <p:spPr>
          <a:xfrm>
            <a:off x="4526936" y="981543"/>
            <a:ext cx="517411" cy="51741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0" name="Овал 19">
            <a:extLst>
              <a:ext uri="{FF2B5EF4-FFF2-40B4-BE49-F238E27FC236}">
                <a16:creationId xmlns:a16="http://schemas.microsoft.com/office/drawing/2014/main" id="{0255CB3A-B09D-4918-B814-69D810A83DAB}"/>
              </a:ext>
            </a:extLst>
          </p:cNvPr>
          <p:cNvSpPr/>
          <p:nvPr userDrawn="1"/>
        </p:nvSpPr>
        <p:spPr>
          <a:xfrm>
            <a:off x="4526936" y="1750357"/>
            <a:ext cx="517411" cy="5174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Овал 20">
            <a:extLst>
              <a:ext uri="{FF2B5EF4-FFF2-40B4-BE49-F238E27FC236}">
                <a16:creationId xmlns:a16="http://schemas.microsoft.com/office/drawing/2014/main" id="{5A718DF6-1B98-462E-90BE-1B624163805F}"/>
              </a:ext>
            </a:extLst>
          </p:cNvPr>
          <p:cNvSpPr/>
          <p:nvPr userDrawn="1"/>
        </p:nvSpPr>
        <p:spPr>
          <a:xfrm>
            <a:off x="4526936" y="2493123"/>
            <a:ext cx="517411" cy="51741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Овал 24">
            <a:extLst>
              <a:ext uri="{FF2B5EF4-FFF2-40B4-BE49-F238E27FC236}">
                <a16:creationId xmlns:a16="http://schemas.microsoft.com/office/drawing/2014/main" id="{400E057B-E061-4918-A8FD-C20832AC8DB2}"/>
              </a:ext>
            </a:extLst>
          </p:cNvPr>
          <p:cNvSpPr/>
          <p:nvPr userDrawn="1"/>
        </p:nvSpPr>
        <p:spPr>
          <a:xfrm>
            <a:off x="4526936" y="3275988"/>
            <a:ext cx="517411" cy="5174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Овал 25">
            <a:extLst>
              <a:ext uri="{FF2B5EF4-FFF2-40B4-BE49-F238E27FC236}">
                <a16:creationId xmlns:a16="http://schemas.microsoft.com/office/drawing/2014/main" id="{8A1D1EFE-6A79-448F-A77F-2FA4ACE19117}"/>
              </a:ext>
            </a:extLst>
          </p:cNvPr>
          <p:cNvSpPr/>
          <p:nvPr userDrawn="1"/>
        </p:nvSpPr>
        <p:spPr>
          <a:xfrm>
            <a:off x="4526936" y="4031463"/>
            <a:ext cx="517411" cy="51741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Текст 5">
            <a:extLst>
              <a:ext uri="{FF2B5EF4-FFF2-40B4-BE49-F238E27FC236}">
                <a16:creationId xmlns:a16="http://schemas.microsoft.com/office/drawing/2014/main" id="{7D8AA6D7-846D-485F-ADF8-D543CB998380}"/>
              </a:ext>
            </a:extLst>
          </p:cNvPr>
          <p:cNvSpPr>
            <a:spLocks noGrp="1"/>
          </p:cNvSpPr>
          <p:nvPr>
            <p:ph type="body" sz="quarter" idx="34" hasCustomPrompt="1"/>
          </p:nvPr>
        </p:nvSpPr>
        <p:spPr>
          <a:xfrm>
            <a:off x="6842509" y="1310523"/>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Второй пункт</a:t>
            </a:r>
          </a:p>
        </p:txBody>
      </p:sp>
      <p:sp>
        <p:nvSpPr>
          <p:cNvPr id="38" name="Текст 37">
            <a:extLst>
              <a:ext uri="{FF2B5EF4-FFF2-40B4-BE49-F238E27FC236}">
                <a16:creationId xmlns:a16="http://schemas.microsoft.com/office/drawing/2014/main" id="{A6E79B51-2E91-47BC-A45C-2E0CB8F78856}"/>
              </a:ext>
            </a:extLst>
          </p:cNvPr>
          <p:cNvSpPr>
            <a:spLocks noGrp="1"/>
          </p:cNvSpPr>
          <p:nvPr>
            <p:ph type="body" sz="quarter" idx="35" hasCustomPrompt="1"/>
          </p:nvPr>
        </p:nvSpPr>
        <p:spPr>
          <a:xfrm>
            <a:off x="5336849" y="1677660"/>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 ОДИН</a:t>
            </a:r>
          </a:p>
        </p:txBody>
      </p:sp>
      <p:sp>
        <p:nvSpPr>
          <p:cNvPr id="41" name="Текст 5">
            <a:extLst>
              <a:ext uri="{FF2B5EF4-FFF2-40B4-BE49-F238E27FC236}">
                <a16:creationId xmlns:a16="http://schemas.microsoft.com/office/drawing/2014/main" id="{3EF4CA41-393E-4916-85C0-6D975940719D}"/>
              </a:ext>
            </a:extLst>
          </p:cNvPr>
          <p:cNvSpPr>
            <a:spLocks noGrp="1"/>
          </p:cNvSpPr>
          <p:nvPr>
            <p:ph type="body" sz="quarter" idx="36" hasCustomPrompt="1"/>
          </p:nvPr>
        </p:nvSpPr>
        <p:spPr>
          <a:xfrm>
            <a:off x="5336849" y="2027214"/>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Первый пункт</a:t>
            </a:r>
          </a:p>
        </p:txBody>
      </p:sp>
      <p:sp>
        <p:nvSpPr>
          <p:cNvPr id="42" name="Текст 5">
            <a:extLst>
              <a:ext uri="{FF2B5EF4-FFF2-40B4-BE49-F238E27FC236}">
                <a16:creationId xmlns:a16="http://schemas.microsoft.com/office/drawing/2014/main" id="{84DED09A-D7F3-477E-B1B1-69E2E052BAC8}"/>
              </a:ext>
            </a:extLst>
          </p:cNvPr>
          <p:cNvSpPr>
            <a:spLocks noGrp="1"/>
          </p:cNvSpPr>
          <p:nvPr>
            <p:ph type="body" sz="quarter" idx="37" hasCustomPrompt="1"/>
          </p:nvPr>
        </p:nvSpPr>
        <p:spPr>
          <a:xfrm>
            <a:off x="6842509" y="2027213"/>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Второй пункт</a:t>
            </a:r>
          </a:p>
        </p:txBody>
      </p:sp>
      <p:sp>
        <p:nvSpPr>
          <p:cNvPr id="43" name="Текст 37">
            <a:extLst>
              <a:ext uri="{FF2B5EF4-FFF2-40B4-BE49-F238E27FC236}">
                <a16:creationId xmlns:a16="http://schemas.microsoft.com/office/drawing/2014/main" id="{6ECC718A-CF56-46C1-A6E0-5AC92032F835}"/>
              </a:ext>
            </a:extLst>
          </p:cNvPr>
          <p:cNvSpPr>
            <a:spLocks noGrp="1"/>
          </p:cNvSpPr>
          <p:nvPr>
            <p:ph type="body" sz="quarter" idx="38" hasCustomPrompt="1"/>
          </p:nvPr>
        </p:nvSpPr>
        <p:spPr>
          <a:xfrm>
            <a:off x="5336849" y="2429219"/>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 ОДИН</a:t>
            </a:r>
          </a:p>
        </p:txBody>
      </p:sp>
      <p:sp>
        <p:nvSpPr>
          <p:cNvPr id="44" name="Текст 5">
            <a:extLst>
              <a:ext uri="{FF2B5EF4-FFF2-40B4-BE49-F238E27FC236}">
                <a16:creationId xmlns:a16="http://schemas.microsoft.com/office/drawing/2014/main" id="{96A86C6B-D446-43C8-BE3C-2900ECC71FD3}"/>
              </a:ext>
            </a:extLst>
          </p:cNvPr>
          <p:cNvSpPr>
            <a:spLocks noGrp="1"/>
          </p:cNvSpPr>
          <p:nvPr>
            <p:ph type="body" sz="quarter" idx="39" hasCustomPrompt="1"/>
          </p:nvPr>
        </p:nvSpPr>
        <p:spPr>
          <a:xfrm>
            <a:off x="5336849" y="2772334"/>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Первый пункт</a:t>
            </a:r>
          </a:p>
        </p:txBody>
      </p:sp>
      <p:sp>
        <p:nvSpPr>
          <p:cNvPr id="45" name="Текст 5">
            <a:extLst>
              <a:ext uri="{FF2B5EF4-FFF2-40B4-BE49-F238E27FC236}">
                <a16:creationId xmlns:a16="http://schemas.microsoft.com/office/drawing/2014/main" id="{82BF25B0-8A05-439A-8D1F-E70D7A9C7128}"/>
              </a:ext>
            </a:extLst>
          </p:cNvPr>
          <p:cNvSpPr>
            <a:spLocks noGrp="1"/>
          </p:cNvSpPr>
          <p:nvPr>
            <p:ph type="body" sz="quarter" idx="40" hasCustomPrompt="1"/>
          </p:nvPr>
        </p:nvSpPr>
        <p:spPr>
          <a:xfrm>
            <a:off x="6842509" y="2772333"/>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Второй пункт</a:t>
            </a:r>
          </a:p>
        </p:txBody>
      </p:sp>
      <p:sp>
        <p:nvSpPr>
          <p:cNvPr id="46" name="Текст 37">
            <a:extLst>
              <a:ext uri="{FF2B5EF4-FFF2-40B4-BE49-F238E27FC236}">
                <a16:creationId xmlns:a16="http://schemas.microsoft.com/office/drawing/2014/main" id="{83F829FB-0701-44CB-BF28-733EEB3F4CDA}"/>
              </a:ext>
            </a:extLst>
          </p:cNvPr>
          <p:cNvSpPr>
            <a:spLocks noGrp="1"/>
          </p:cNvSpPr>
          <p:nvPr>
            <p:ph type="body" sz="quarter" idx="41" hasCustomPrompt="1"/>
          </p:nvPr>
        </p:nvSpPr>
        <p:spPr>
          <a:xfrm>
            <a:off x="5336849" y="3199148"/>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 ОДИН</a:t>
            </a:r>
          </a:p>
        </p:txBody>
      </p:sp>
      <p:sp>
        <p:nvSpPr>
          <p:cNvPr id="47" name="Текст 5">
            <a:extLst>
              <a:ext uri="{FF2B5EF4-FFF2-40B4-BE49-F238E27FC236}">
                <a16:creationId xmlns:a16="http://schemas.microsoft.com/office/drawing/2014/main" id="{EE718B9F-94AB-4C56-AFF7-930C6228ECAE}"/>
              </a:ext>
            </a:extLst>
          </p:cNvPr>
          <p:cNvSpPr>
            <a:spLocks noGrp="1"/>
          </p:cNvSpPr>
          <p:nvPr>
            <p:ph type="body" sz="quarter" idx="42" hasCustomPrompt="1"/>
          </p:nvPr>
        </p:nvSpPr>
        <p:spPr>
          <a:xfrm>
            <a:off x="5336849" y="3542263"/>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Первый пункт</a:t>
            </a:r>
          </a:p>
        </p:txBody>
      </p:sp>
      <p:sp>
        <p:nvSpPr>
          <p:cNvPr id="48" name="Текст 5">
            <a:extLst>
              <a:ext uri="{FF2B5EF4-FFF2-40B4-BE49-F238E27FC236}">
                <a16:creationId xmlns:a16="http://schemas.microsoft.com/office/drawing/2014/main" id="{D89E23FA-01FC-4EB3-8CD9-8C1AAE9432BF}"/>
              </a:ext>
            </a:extLst>
          </p:cNvPr>
          <p:cNvSpPr>
            <a:spLocks noGrp="1"/>
          </p:cNvSpPr>
          <p:nvPr>
            <p:ph type="body" sz="quarter" idx="43" hasCustomPrompt="1"/>
          </p:nvPr>
        </p:nvSpPr>
        <p:spPr>
          <a:xfrm>
            <a:off x="6842509" y="3542262"/>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Второй пункт</a:t>
            </a:r>
          </a:p>
        </p:txBody>
      </p:sp>
      <p:sp>
        <p:nvSpPr>
          <p:cNvPr id="49" name="Текст 37">
            <a:extLst>
              <a:ext uri="{FF2B5EF4-FFF2-40B4-BE49-F238E27FC236}">
                <a16:creationId xmlns:a16="http://schemas.microsoft.com/office/drawing/2014/main" id="{B1AAFA2F-94D7-4A57-B05A-1AC17B25FAB5}"/>
              </a:ext>
            </a:extLst>
          </p:cNvPr>
          <p:cNvSpPr>
            <a:spLocks noGrp="1"/>
          </p:cNvSpPr>
          <p:nvPr>
            <p:ph type="body" sz="quarter" idx="44" hasCustomPrompt="1"/>
          </p:nvPr>
        </p:nvSpPr>
        <p:spPr>
          <a:xfrm>
            <a:off x="5336849" y="3916122"/>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 ОДИН</a:t>
            </a:r>
          </a:p>
        </p:txBody>
      </p:sp>
      <p:sp>
        <p:nvSpPr>
          <p:cNvPr id="50" name="Текст 5">
            <a:extLst>
              <a:ext uri="{FF2B5EF4-FFF2-40B4-BE49-F238E27FC236}">
                <a16:creationId xmlns:a16="http://schemas.microsoft.com/office/drawing/2014/main" id="{1A0FFDC4-4A56-40CB-BF3E-F44E87E690EF}"/>
              </a:ext>
            </a:extLst>
          </p:cNvPr>
          <p:cNvSpPr>
            <a:spLocks noGrp="1"/>
          </p:cNvSpPr>
          <p:nvPr>
            <p:ph type="body" sz="quarter" idx="45" hasCustomPrompt="1"/>
          </p:nvPr>
        </p:nvSpPr>
        <p:spPr>
          <a:xfrm>
            <a:off x="5336849" y="4259237"/>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Первый пункт</a:t>
            </a:r>
          </a:p>
        </p:txBody>
      </p:sp>
      <p:sp>
        <p:nvSpPr>
          <p:cNvPr id="51" name="Текст 5">
            <a:extLst>
              <a:ext uri="{FF2B5EF4-FFF2-40B4-BE49-F238E27FC236}">
                <a16:creationId xmlns:a16="http://schemas.microsoft.com/office/drawing/2014/main" id="{324D9F52-5E9C-4F51-B177-6539824F198D}"/>
              </a:ext>
            </a:extLst>
          </p:cNvPr>
          <p:cNvSpPr>
            <a:spLocks noGrp="1"/>
          </p:cNvSpPr>
          <p:nvPr>
            <p:ph type="body" sz="quarter" idx="46" hasCustomPrompt="1"/>
          </p:nvPr>
        </p:nvSpPr>
        <p:spPr>
          <a:xfrm>
            <a:off x="6842509" y="4259236"/>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Второй пункт</a:t>
            </a:r>
          </a:p>
        </p:txBody>
      </p:sp>
    </p:spTree>
    <p:extLst>
      <p:ext uri="{BB962C8B-B14F-4D97-AF65-F5344CB8AC3E}">
        <p14:creationId xmlns:p14="http://schemas.microsoft.com/office/powerpoint/2010/main" val="1878391898"/>
      </p:ext>
    </p:extLst>
  </p:cSld>
  <p:clrMapOvr>
    <a:masterClrMapping/>
  </p:clrMapOvr>
  <p:transition spd="slow">
    <p:fade thruBlk="1"/>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Диаграмма.3">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9" name="Диаграмма 8">
            <a:extLst>
              <a:ext uri="{FF2B5EF4-FFF2-40B4-BE49-F238E27FC236}">
                <a16:creationId xmlns:a16="http://schemas.microsoft.com/office/drawing/2014/main" id="{24E67247-DBB9-46DF-A3D9-FEC4EE15383C}"/>
              </a:ext>
            </a:extLst>
          </p:cNvPr>
          <p:cNvSpPr>
            <a:spLocks noGrp="1"/>
          </p:cNvSpPr>
          <p:nvPr>
            <p:ph type="chart" sz="quarter" idx="10"/>
          </p:nvPr>
        </p:nvSpPr>
        <p:spPr>
          <a:xfrm>
            <a:off x="555236" y="1398721"/>
            <a:ext cx="3386674" cy="3104122"/>
          </a:xfrm>
          <a:prstGeom prst="rect">
            <a:avLst/>
          </a:prstGeom>
        </p:spPr>
        <p:txBody>
          <a:bodyPr/>
          <a:lstStyle>
            <a:lvl1pPr marL="0" indent="0">
              <a:buNone/>
              <a:defRPr sz="1200">
                <a:solidFill>
                  <a:schemeClr val="bg1"/>
                </a:solidFill>
              </a:defRPr>
            </a:lvl1pPr>
          </a:lstStyle>
          <a:p>
            <a:endParaRPr lang="ru-RU" dirty="0"/>
          </a:p>
        </p:txBody>
      </p:sp>
      <p:sp>
        <p:nvSpPr>
          <p:cNvPr id="22" name="Текст 37">
            <a:extLst>
              <a:ext uri="{FF2B5EF4-FFF2-40B4-BE49-F238E27FC236}">
                <a16:creationId xmlns:a16="http://schemas.microsoft.com/office/drawing/2014/main" id="{1196ED0A-439F-483A-A87D-D0F4E82C356B}"/>
              </a:ext>
            </a:extLst>
          </p:cNvPr>
          <p:cNvSpPr>
            <a:spLocks noGrp="1"/>
          </p:cNvSpPr>
          <p:nvPr>
            <p:ph type="body" sz="quarter" idx="13" hasCustomPrompt="1"/>
          </p:nvPr>
        </p:nvSpPr>
        <p:spPr>
          <a:xfrm>
            <a:off x="5401778" y="1736815"/>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 ОДИН</a:t>
            </a:r>
          </a:p>
        </p:txBody>
      </p:sp>
      <p:sp>
        <p:nvSpPr>
          <p:cNvPr id="23" name="Текст 5">
            <a:extLst>
              <a:ext uri="{FF2B5EF4-FFF2-40B4-BE49-F238E27FC236}">
                <a16:creationId xmlns:a16="http://schemas.microsoft.com/office/drawing/2014/main" id="{EF25DD81-6C18-4394-A527-C6C59BF16F16}"/>
              </a:ext>
            </a:extLst>
          </p:cNvPr>
          <p:cNvSpPr>
            <a:spLocks noGrp="1"/>
          </p:cNvSpPr>
          <p:nvPr>
            <p:ph type="body" sz="quarter" idx="26" hasCustomPrompt="1"/>
          </p:nvPr>
        </p:nvSpPr>
        <p:spPr>
          <a:xfrm>
            <a:off x="5401778" y="2079930"/>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Первый пункт</a:t>
            </a:r>
          </a:p>
        </p:txBody>
      </p:sp>
      <p:sp>
        <p:nvSpPr>
          <p:cNvPr id="4" name="Заголовок 3">
            <a:extLst>
              <a:ext uri="{FF2B5EF4-FFF2-40B4-BE49-F238E27FC236}">
                <a16:creationId xmlns:a16="http://schemas.microsoft.com/office/drawing/2014/main" id="{1453C4CA-06CC-4AE7-8DF3-73AFEA141EC9}"/>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88C97761-3206-4EC5-89E6-FE192B12204F}"/>
              </a:ext>
            </a:extLst>
          </p:cNvPr>
          <p:cNvSpPr>
            <a:spLocks noGrp="1"/>
          </p:cNvSpPr>
          <p:nvPr>
            <p:ph type="dt" sz="half" idx="32"/>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AD83904-4868-4D6A-A16B-839E06D37B2E}"/>
              </a:ext>
            </a:extLst>
          </p:cNvPr>
          <p:cNvSpPr>
            <a:spLocks noGrp="1"/>
          </p:cNvSpPr>
          <p:nvPr>
            <p:ph type="sldNum" sz="quarter" idx="33"/>
          </p:nvPr>
        </p:nvSpPr>
        <p:spPr/>
        <p:txBody>
          <a:bodyPr/>
          <a:lstStyle/>
          <a:p>
            <a:fld id="{03D1A0BF-D385-4A72-B24F-35C80431A2AC}" type="slidenum">
              <a:rPr lang="ru-RU" smtClean="0"/>
              <a:pPr/>
              <a:t>‹#›</a:t>
            </a:fld>
            <a:endParaRPr lang="ru-RU"/>
          </a:p>
        </p:txBody>
      </p:sp>
      <p:sp>
        <p:nvSpPr>
          <p:cNvPr id="37" name="Текст 5">
            <a:extLst>
              <a:ext uri="{FF2B5EF4-FFF2-40B4-BE49-F238E27FC236}">
                <a16:creationId xmlns:a16="http://schemas.microsoft.com/office/drawing/2014/main" id="{7D8AA6D7-846D-485F-ADF8-D543CB998380}"/>
              </a:ext>
            </a:extLst>
          </p:cNvPr>
          <p:cNvSpPr>
            <a:spLocks noGrp="1"/>
          </p:cNvSpPr>
          <p:nvPr>
            <p:ph type="body" sz="quarter" idx="34" hasCustomPrompt="1"/>
          </p:nvPr>
        </p:nvSpPr>
        <p:spPr>
          <a:xfrm>
            <a:off x="6907438" y="2079929"/>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Второй пункт</a:t>
            </a:r>
          </a:p>
        </p:txBody>
      </p:sp>
      <p:sp>
        <p:nvSpPr>
          <p:cNvPr id="38" name="Текст 37">
            <a:extLst>
              <a:ext uri="{FF2B5EF4-FFF2-40B4-BE49-F238E27FC236}">
                <a16:creationId xmlns:a16="http://schemas.microsoft.com/office/drawing/2014/main" id="{A6E79B51-2E91-47BC-A45C-2E0CB8F78856}"/>
              </a:ext>
            </a:extLst>
          </p:cNvPr>
          <p:cNvSpPr>
            <a:spLocks noGrp="1"/>
          </p:cNvSpPr>
          <p:nvPr>
            <p:ph type="body" sz="quarter" idx="35" hasCustomPrompt="1"/>
          </p:nvPr>
        </p:nvSpPr>
        <p:spPr>
          <a:xfrm>
            <a:off x="5401778" y="2447066"/>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 ОДИН</a:t>
            </a:r>
          </a:p>
        </p:txBody>
      </p:sp>
      <p:sp>
        <p:nvSpPr>
          <p:cNvPr id="41" name="Текст 5">
            <a:extLst>
              <a:ext uri="{FF2B5EF4-FFF2-40B4-BE49-F238E27FC236}">
                <a16:creationId xmlns:a16="http://schemas.microsoft.com/office/drawing/2014/main" id="{3EF4CA41-393E-4916-85C0-6D975940719D}"/>
              </a:ext>
            </a:extLst>
          </p:cNvPr>
          <p:cNvSpPr>
            <a:spLocks noGrp="1"/>
          </p:cNvSpPr>
          <p:nvPr>
            <p:ph type="body" sz="quarter" idx="36" hasCustomPrompt="1"/>
          </p:nvPr>
        </p:nvSpPr>
        <p:spPr>
          <a:xfrm>
            <a:off x="5401778" y="2796620"/>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Первый пункт</a:t>
            </a:r>
          </a:p>
        </p:txBody>
      </p:sp>
      <p:sp>
        <p:nvSpPr>
          <p:cNvPr id="42" name="Текст 5">
            <a:extLst>
              <a:ext uri="{FF2B5EF4-FFF2-40B4-BE49-F238E27FC236}">
                <a16:creationId xmlns:a16="http://schemas.microsoft.com/office/drawing/2014/main" id="{84DED09A-D7F3-477E-B1B1-69E2E052BAC8}"/>
              </a:ext>
            </a:extLst>
          </p:cNvPr>
          <p:cNvSpPr>
            <a:spLocks noGrp="1"/>
          </p:cNvSpPr>
          <p:nvPr>
            <p:ph type="body" sz="quarter" idx="37" hasCustomPrompt="1"/>
          </p:nvPr>
        </p:nvSpPr>
        <p:spPr>
          <a:xfrm>
            <a:off x="6907438" y="2796619"/>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Второй пункт</a:t>
            </a:r>
          </a:p>
        </p:txBody>
      </p:sp>
      <p:sp>
        <p:nvSpPr>
          <p:cNvPr id="43" name="Текст 37">
            <a:extLst>
              <a:ext uri="{FF2B5EF4-FFF2-40B4-BE49-F238E27FC236}">
                <a16:creationId xmlns:a16="http://schemas.microsoft.com/office/drawing/2014/main" id="{6ECC718A-CF56-46C1-A6E0-5AC92032F835}"/>
              </a:ext>
            </a:extLst>
          </p:cNvPr>
          <p:cNvSpPr>
            <a:spLocks noGrp="1"/>
          </p:cNvSpPr>
          <p:nvPr>
            <p:ph type="body" sz="quarter" idx="38" hasCustomPrompt="1"/>
          </p:nvPr>
        </p:nvSpPr>
        <p:spPr>
          <a:xfrm>
            <a:off x="5401778" y="3198625"/>
            <a:ext cx="2750073" cy="299331"/>
          </a:xfrm>
          <a:prstGeom prst="rect">
            <a:avLst/>
          </a:prstGeom>
        </p:spPr>
        <p:txBody>
          <a:bodyPr anchor="ctr">
            <a:normAutofit/>
          </a:bodyPr>
          <a:lstStyle>
            <a:lvl1pPr marL="0" indent="0">
              <a:spcBef>
                <a:spcPts val="0"/>
              </a:spcBef>
              <a:buNone/>
              <a:defRPr sz="1400">
                <a:solidFill>
                  <a:schemeClr val="bg2"/>
                </a:solidFill>
                <a:latin typeface="Arial Black" panose="020B0A04020102020204" pitchFamily="34" charset="0"/>
              </a:defRPr>
            </a:lvl1pPr>
          </a:lstStyle>
          <a:p>
            <a:pPr lvl="0"/>
            <a:r>
              <a:rPr lang="ru-RU" dirty="0"/>
              <a:t>ЗАГОЛОВОК ОДИН</a:t>
            </a:r>
          </a:p>
        </p:txBody>
      </p:sp>
      <p:sp>
        <p:nvSpPr>
          <p:cNvPr id="44" name="Текст 5">
            <a:extLst>
              <a:ext uri="{FF2B5EF4-FFF2-40B4-BE49-F238E27FC236}">
                <a16:creationId xmlns:a16="http://schemas.microsoft.com/office/drawing/2014/main" id="{96A86C6B-D446-43C8-BE3C-2900ECC71FD3}"/>
              </a:ext>
            </a:extLst>
          </p:cNvPr>
          <p:cNvSpPr>
            <a:spLocks noGrp="1"/>
          </p:cNvSpPr>
          <p:nvPr>
            <p:ph type="body" sz="quarter" idx="39" hasCustomPrompt="1"/>
          </p:nvPr>
        </p:nvSpPr>
        <p:spPr>
          <a:xfrm>
            <a:off x="5401778" y="3541740"/>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Первый пункт</a:t>
            </a:r>
          </a:p>
        </p:txBody>
      </p:sp>
      <p:sp>
        <p:nvSpPr>
          <p:cNvPr id="45" name="Текст 5">
            <a:extLst>
              <a:ext uri="{FF2B5EF4-FFF2-40B4-BE49-F238E27FC236}">
                <a16:creationId xmlns:a16="http://schemas.microsoft.com/office/drawing/2014/main" id="{82BF25B0-8A05-439A-8D1F-E70D7A9C7128}"/>
              </a:ext>
            </a:extLst>
          </p:cNvPr>
          <p:cNvSpPr>
            <a:spLocks noGrp="1"/>
          </p:cNvSpPr>
          <p:nvPr>
            <p:ph type="body" sz="quarter" idx="40" hasCustomPrompt="1"/>
          </p:nvPr>
        </p:nvSpPr>
        <p:spPr>
          <a:xfrm>
            <a:off x="6907438" y="3541739"/>
            <a:ext cx="1308650" cy="243606"/>
          </a:xfrm>
          <a:prstGeom prst="rect">
            <a:avLst/>
          </a:prstGeom>
        </p:spPr>
        <p:txBody>
          <a:bodyPr/>
          <a:lstStyle>
            <a:lvl1pPr marL="171450" indent="-171450">
              <a:buFont typeface="Arial" panose="020B0604020202020204" pitchFamily="34" charset="0"/>
              <a:buChar char="•"/>
              <a:defRPr sz="1050">
                <a:solidFill>
                  <a:schemeClr val="bg2"/>
                </a:solidFill>
              </a:defRPr>
            </a:lvl1pPr>
          </a:lstStyle>
          <a:p>
            <a:pPr lvl="0"/>
            <a:r>
              <a:rPr lang="ru-RU" dirty="0"/>
              <a:t>Второй пункт</a:t>
            </a:r>
          </a:p>
        </p:txBody>
      </p:sp>
    </p:spTree>
    <p:extLst>
      <p:ext uri="{BB962C8B-B14F-4D97-AF65-F5344CB8AC3E}">
        <p14:creationId xmlns:p14="http://schemas.microsoft.com/office/powerpoint/2010/main" val="3208416750"/>
      </p:ext>
    </p:extLst>
  </p:cSld>
  <p:clrMapOvr>
    <a:masterClrMapping/>
  </p:clrMapOvr>
  <p:transition spd="slow">
    <p:fade thruBlk="1"/>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Фон.">
    <p:bg>
      <p:bgPr>
        <a:gradFill>
          <a:gsLst>
            <a:gs pos="0">
              <a:srgbClr val="F6F6F6"/>
            </a:gs>
            <a:gs pos="68000">
              <a:schemeClr val="bg1"/>
            </a:gs>
          </a:gsLst>
          <a:lin ang="18000000" scaled="0"/>
        </a:gradFill>
        <a:effectLst/>
      </p:bgPr>
    </p:bg>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F4F6B58-9922-49B1-B7F2-AB66605EEADB}"/>
              </a:ext>
            </a:extLst>
          </p:cNvPr>
          <p:cNvSpPr>
            <a:spLocks noGrp="1"/>
          </p:cNvSpPr>
          <p:nvPr>
            <p:ph type="title" hasCustomPrompt="1"/>
          </p:nvPr>
        </p:nvSpPr>
        <p:spPr/>
        <p:txBody>
          <a:bodyPr/>
          <a:lstStyle/>
          <a:p>
            <a:r>
              <a:rPr lang="ru-RU" dirty="0"/>
              <a:t>ОБРАЗЕЦ ЗАГОЛОВКА</a:t>
            </a:r>
          </a:p>
        </p:txBody>
      </p:sp>
      <p:sp>
        <p:nvSpPr>
          <p:cNvPr id="2" name="Дата 1">
            <a:extLst>
              <a:ext uri="{FF2B5EF4-FFF2-40B4-BE49-F238E27FC236}">
                <a16:creationId xmlns:a16="http://schemas.microsoft.com/office/drawing/2014/main" id="{7EC7FB1A-A697-436C-A9B2-995D064D66C2}"/>
              </a:ext>
            </a:extLst>
          </p:cNvPr>
          <p:cNvSpPr>
            <a:spLocks noGrp="1"/>
          </p:cNvSpPr>
          <p:nvPr>
            <p:ph type="dt" sz="half" idx="10"/>
          </p:nvPr>
        </p:nvSpPr>
        <p:spPr/>
        <p:txBody>
          <a:bodyPr/>
          <a:lstStyle/>
          <a:p>
            <a:r>
              <a:rPr lang="ru-RU" sz="800" b="1"/>
              <a:t>Название презентации </a:t>
            </a:r>
            <a:r>
              <a:rPr lang="en-US" sz="800" b="1"/>
              <a:t> </a:t>
            </a:r>
            <a:br>
              <a:rPr lang="ru-RU"/>
            </a:br>
            <a:r>
              <a:rPr lang="ru-RU" sz="700"/>
              <a:t>25.05.25</a:t>
            </a:r>
            <a:endParaRPr lang="ru-RU" dirty="0"/>
          </a:p>
        </p:txBody>
      </p:sp>
      <p:sp>
        <p:nvSpPr>
          <p:cNvPr id="3" name="Номер слайда 2">
            <a:extLst>
              <a:ext uri="{FF2B5EF4-FFF2-40B4-BE49-F238E27FC236}">
                <a16:creationId xmlns:a16="http://schemas.microsoft.com/office/drawing/2014/main" id="{E43BE8ED-9738-48A0-9A98-DDA0EE6BB4A7}"/>
              </a:ext>
            </a:extLst>
          </p:cNvPr>
          <p:cNvSpPr>
            <a:spLocks noGrp="1"/>
          </p:cNvSpPr>
          <p:nvPr>
            <p:ph type="sldNum" sz="quarter" idx="11"/>
          </p:nvPr>
        </p:nvSpPr>
        <p:spPr/>
        <p:txBody>
          <a:bodyPr/>
          <a:lstStyle/>
          <a:p>
            <a:fld id="{03D1A0BF-D385-4A72-B24F-35C80431A2AC}" type="slidenum">
              <a:rPr lang="ru-RU" smtClean="0"/>
              <a:pPr/>
              <a:t>‹#›</a:t>
            </a:fld>
            <a:endParaRPr lang="ru-RU"/>
          </a:p>
        </p:txBody>
      </p:sp>
    </p:spTree>
    <p:extLst>
      <p:ext uri="{BB962C8B-B14F-4D97-AF65-F5344CB8AC3E}">
        <p14:creationId xmlns:p14="http://schemas.microsoft.com/office/powerpoint/2010/main" val="3998996136"/>
      </p:ext>
    </p:extLst>
  </p:cSld>
  <p:clrMapOvr>
    <a:masterClrMapping/>
  </p:clrMapOvr>
  <p:transition spd="slow">
    <p:fade thruBlk="1"/>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 Id="rId27" Type="http://schemas.openxmlformats.org/officeDocument/2006/relationships/vmlDrawing" Target="../drawings/vmlDrawing1.vml"/><Relationship Id="rId28" Type="http://schemas.openxmlformats.org/officeDocument/2006/relationships/tags" Target="../tags/tag2.xml"/><Relationship Id="rId29" Type="http://schemas.openxmlformats.org/officeDocument/2006/relationships/oleObject" Target="../embeddings/oleObject1.bin"/><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slideLayout" Target="../slideLayouts/slideLayout37.xml"/><Relationship Id="rId13" Type="http://schemas.openxmlformats.org/officeDocument/2006/relationships/slideLayout" Target="../slideLayouts/slideLayout38.xml"/><Relationship Id="rId14" Type="http://schemas.openxmlformats.org/officeDocument/2006/relationships/slideLayout" Target="../slideLayouts/slideLayout39.xml"/><Relationship Id="rId15" Type="http://schemas.openxmlformats.org/officeDocument/2006/relationships/slideLayout" Target="../slideLayouts/slideLayout40.xml"/><Relationship Id="rId16" Type="http://schemas.openxmlformats.org/officeDocument/2006/relationships/slideLayout" Target="../slideLayouts/slideLayout41.xml"/><Relationship Id="rId17" Type="http://schemas.openxmlformats.org/officeDocument/2006/relationships/slideLayout" Target="../slideLayouts/slideLayout42.xml"/><Relationship Id="rId18" Type="http://schemas.openxmlformats.org/officeDocument/2006/relationships/slideLayout" Target="../slideLayouts/slideLayout43.xml"/><Relationship Id="rId19" Type="http://schemas.openxmlformats.org/officeDocument/2006/relationships/slideLayout" Target="../slideLayouts/slideLayout44.xml"/><Relationship Id="rId20" Type="http://schemas.openxmlformats.org/officeDocument/2006/relationships/slideLayout" Target="../slideLayouts/slideLayout45.xml"/><Relationship Id="rId21" Type="http://schemas.openxmlformats.org/officeDocument/2006/relationships/slideLayout" Target="../slideLayouts/slideLayout46.xml"/><Relationship Id="rId22" Type="http://schemas.openxmlformats.org/officeDocument/2006/relationships/slideLayout" Target="../slideLayouts/slideLayout47.xml"/><Relationship Id="rId23" Type="http://schemas.openxmlformats.org/officeDocument/2006/relationships/slideLayout" Target="../slideLayouts/slideLayout48.xml"/><Relationship Id="rId24" Type="http://schemas.openxmlformats.org/officeDocument/2006/relationships/theme" Target="../theme/theme2.xml"/><Relationship Id="rId25" Type="http://schemas.openxmlformats.org/officeDocument/2006/relationships/vmlDrawing" Target="../drawings/vmlDrawing2.vml"/><Relationship Id="rId26" Type="http://schemas.openxmlformats.org/officeDocument/2006/relationships/tags" Target="../tags/tag3.xml"/><Relationship Id="rId27" Type="http://schemas.openxmlformats.org/officeDocument/2006/relationships/oleObject" Target="../embeddings/oleObject2.bin"/><Relationship Id="rId28"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slideLayout" Target="../slideLayouts/slideLayout59.xml"/><Relationship Id="rId12" Type="http://schemas.openxmlformats.org/officeDocument/2006/relationships/slideLayout" Target="../slideLayouts/slideLayout60.xml"/><Relationship Id="rId13" Type="http://schemas.openxmlformats.org/officeDocument/2006/relationships/slideLayout" Target="../slideLayouts/slideLayout61.xml"/><Relationship Id="rId14" Type="http://schemas.openxmlformats.org/officeDocument/2006/relationships/slideLayout" Target="../slideLayouts/slideLayout62.xml"/><Relationship Id="rId15" Type="http://schemas.openxmlformats.org/officeDocument/2006/relationships/slideLayout" Target="../slideLayouts/slideLayout63.xml"/><Relationship Id="rId16" Type="http://schemas.openxmlformats.org/officeDocument/2006/relationships/slideLayout" Target="../slideLayouts/slideLayout64.xml"/><Relationship Id="rId17" Type="http://schemas.openxmlformats.org/officeDocument/2006/relationships/slideLayout" Target="../slideLayouts/slideLayout65.xml"/><Relationship Id="rId18" Type="http://schemas.openxmlformats.org/officeDocument/2006/relationships/slideLayout" Target="../slideLayouts/slideLayout66.xml"/><Relationship Id="rId19" Type="http://schemas.openxmlformats.org/officeDocument/2006/relationships/slideLayout" Target="../slideLayouts/slideLayout67.xml"/><Relationship Id="rId20" Type="http://schemas.openxmlformats.org/officeDocument/2006/relationships/slideLayout" Target="../slideLayouts/slideLayout68.xml"/><Relationship Id="rId21" Type="http://schemas.openxmlformats.org/officeDocument/2006/relationships/slideLayout" Target="../slideLayouts/slideLayout69.xml"/><Relationship Id="rId22" Type="http://schemas.openxmlformats.org/officeDocument/2006/relationships/slideLayout" Target="../slideLayouts/slideLayout70.xml"/><Relationship Id="rId23" Type="http://schemas.openxmlformats.org/officeDocument/2006/relationships/slideLayout" Target="../slideLayouts/slideLayout71.xml"/><Relationship Id="rId24" Type="http://schemas.openxmlformats.org/officeDocument/2006/relationships/theme" Target="../theme/theme3.xml"/><Relationship Id="rId25" Type="http://schemas.openxmlformats.org/officeDocument/2006/relationships/vmlDrawing" Target="../drawings/vmlDrawing3.vml"/><Relationship Id="rId26" Type="http://schemas.openxmlformats.org/officeDocument/2006/relationships/tags" Target="../tags/tag4.xml"/><Relationship Id="rId27" Type="http://schemas.openxmlformats.org/officeDocument/2006/relationships/oleObject" Target="../embeddings/oleObject3.bin"/><Relationship Id="rId28"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2C0669E-B29A-4095-AA7F-767F6BA7C1DB}"/>
              </a:ext>
            </a:extLst>
          </p:cNvPr>
          <p:cNvGraphicFramePr>
            <a:graphicFrameLocks noChangeAspect="1"/>
          </p:cNvGraphicFramePr>
          <p:nvPr userDrawn="1">
            <p:custDataLst>
              <p:tags r:id="rId28"/>
            </p:custDataLst>
            <p:extLst>
              <p:ext uri="{D42A27DB-BD31-4B8C-83A1-F6EECF244321}">
                <p14:modId xmlns:p14="http://schemas.microsoft.com/office/powerpoint/2010/main" val="6419233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9" name="Слайд think-cell" r:id="rId29" imgW="473" imgH="476" progId="TCLayout.ActiveDocument.1">
                  <p:embed/>
                </p:oleObj>
              </mc:Choice>
              <mc:Fallback>
                <p:oleObj name="Слайд think-cell" r:id="rId29" imgW="473" imgH="476" progId="TCLayout.ActiveDocument.1">
                  <p:embed/>
                  <p:pic>
                    <p:nvPicPr>
                      <p:cNvPr id="0" name=""/>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2" name="Заголовок 1">
            <a:extLst>
              <a:ext uri="{FF2B5EF4-FFF2-40B4-BE49-F238E27FC236}">
                <a16:creationId xmlns:a16="http://schemas.microsoft.com/office/drawing/2014/main" id="{BC6B5A3F-D939-4048-9869-11E623B8CBE5}"/>
              </a:ext>
            </a:extLst>
          </p:cNvPr>
          <p:cNvSpPr>
            <a:spLocks noGrp="1"/>
          </p:cNvSpPr>
          <p:nvPr>
            <p:ph type="title"/>
          </p:nvPr>
        </p:nvSpPr>
        <p:spPr>
          <a:xfrm>
            <a:off x="244091" y="0"/>
            <a:ext cx="6532724" cy="993775"/>
          </a:xfrm>
          <a:prstGeom prst="rect">
            <a:avLst/>
          </a:prstGeom>
        </p:spPr>
        <p:txBody>
          <a:bodyPr vert="horz" lIns="91440" tIns="45720" rIns="91440" bIns="45720" rtlCol="0" anchor="ctr">
            <a:normAutofit/>
          </a:bodyPr>
          <a:lstStyle/>
          <a:p>
            <a:r>
              <a:rPr lang="ru-RU" dirty="0"/>
              <a:t>ОБРАЗЕЦ ЗАГОЛОВКА</a:t>
            </a:r>
          </a:p>
        </p:txBody>
      </p:sp>
      <p:sp>
        <p:nvSpPr>
          <p:cNvPr id="9" name="Дата 3">
            <a:extLst>
              <a:ext uri="{FF2B5EF4-FFF2-40B4-BE49-F238E27FC236}">
                <a16:creationId xmlns:a16="http://schemas.microsoft.com/office/drawing/2014/main" id="{78CEBF8C-9BE1-4A62-827D-CD71FA808984}"/>
              </a:ext>
            </a:extLst>
          </p:cNvPr>
          <p:cNvSpPr>
            <a:spLocks noGrp="1"/>
          </p:cNvSpPr>
          <p:nvPr>
            <p:ph type="dt" sz="half" idx="2"/>
          </p:nvPr>
        </p:nvSpPr>
        <p:spPr>
          <a:xfrm>
            <a:off x="6842509" y="313754"/>
            <a:ext cx="2057400" cy="366266"/>
          </a:xfrm>
          <a:prstGeom prst="rect">
            <a:avLst/>
          </a:prstGeom>
        </p:spPr>
        <p:txBody>
          <a:bodyPr/>
          <a:lstStyle>
            <a:lvl1pPr algn="r">
              <a:defRPr/>
            </a:lvl1pPr>
          </a:lstStyle>
          <a:p>
            <a:r>
              <a:rPr lang="ru-RU" sz="800" b="1" dirty="0"/>
              <a:t>Название презентации </a:t>
            </a:r>
            <a:r>
              <a:rPr lang="en-US" sz="800" b="1" dirty="0"/>
              <a:t> </a:t>
            </a:r>
            <a:br>
              <a:rPr lang="ru-RU" dirty="0"/>
            </a:br>
            <a:r>
              <a:rPr lang="ru-RU" sz="700" dirty="0"/>
              <a:t>25.05.25</a:t>
            </a:r>
            <a:endParaRPr lang="ru-RU" dirty="0"/>
          </a:p>
        </p:txBody>
      </p:sp>
      <p:sp>
        <p:nvSpPr>
          <p:cNvPr id="11" name="Номер слайда 4">
            <a:extLst>
              <a:ext uri="{FF2B5EF4-FFF2-40B4-BE49-F238E27FC236}">
                <a16:creationId xmlns:a16="http://schemas.microsoft.com/office/drawing/2014/main" id="{6A1568CF-5BD5-455A-A665-CC627C5CBEF7}"/>
              </a:ext>
            </a:extLst>
          </p:cNvPr>
          <p:cNvSpPr>
            <a:spLocks noGrp="1"/>
          </p:cNvSpPr>
          <p:nvPr>
            <p:ph type="sldNum" sz="quarter" idx="4"/>
          </p:nvPr>
        </p:nvSpPr>
        <p:spPr>
          <a:xfrm>
            <a:off x="8347096" y="4768850"/>
            <a:ext cx="552813" cy="273050"/>
          </a:xfrm>
          <a:prstGeom prst="rect">
            <a:avLst/>
          </a:prstGeom>
        </p:spPr>
        <p:txBody>
          <a:bodyPr/>
          <a:lstStyle>
            <a:lvl1pPr algn="r">
              <a:defRPr sz="1200" b="1"/>
            </a:lvl1pPr>
          </a:lstStyle>
          <a:p>
            <a:fld id="{03D1A0BF-D385-4A72-B24F-35C80431A2AC}" type="slidenum">
              <a:rPr lang="ru-RU" smtClean="0"/>
              <a:pPr/>
              <a:t>‹#›</a:t>
            </a:fld>
            <a:endParaRPr lang="ru-RU"/>
          </a:p>
        </p:txBody>
      </p:sp>
      <p:sp>
        <p:nvSpPr>
          <p:cNvPr id="14" name="Прямоугольник 13">
            <a:extLst>
              <a:ext uri="{FF2B5EF4-FFF2-40B4-BE49-F238E27FC236}">
                <a16:creationId xmlns:a16="http://schemas.microsoft.com/office/drawing/2014/main" id="{AA2993A8-8068-4388-B0B6-CFD6BC0416D0}"/>
              </a:ext>
            </a:extLst>
          </p:cNvPr>
          <p:cNvSpPr/>
          <p:nvPr userDrawn="1"/>
        </p:nvSpPr>
        <p:spPr>
          <a:xfrm>
            <a:off x="9236208" y="0"/>
            <a:ext cx="384202" cy="384202"/>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700" b="1" dirty="0"/>
          </a:p>
        </p:txBody>
      </p:sp>
      <p:sp>
        <p:nvSpPr>
          <p:cNvPr id="15" name="Прямоугольник 14">
            <a:extLst>
              <a:ext uri="{FF2B5EF4-FFF2-40B4-BE49-F238E27FC236}">
                <a16:creationId xmlns:a16="http://schemas.microsoft.com/office/drawing/2014/main" id="{5C6674BE-CA36-4C54-BE8A-9D19B12A5F7E}"/>
              </a:ext>
            </a:extLst>
          </p:cNvPr>
          <p:cNvSpPr/>
          <p:nvPr userDrawn="1"/>
        </p:nvSpPr>
        <p:spPr>
          <a:xfrm>
            <a:off x="9236208" y="479809"/>
            <a:ext cx="384202" cy="384202"/>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0048EDE3-F0EA-48FC-847D-027BD44C0E0D}"/>
              </a:ext>
            </a:extLst>
          </p:cNvPr>
          <p:cNvSpPr/>
          <p:nvPr userDrawn="1"/>
        </p:nvSpPr>
        <p:spPr>
          <a:xfrm>
            <a:off x="9236208" y="959618"/>
            <a:ext cx="384202" cy="384202"/>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16">
            <a:extLst>
              <a:ext uri="{FF2B5EF4-FFF2-40B4-BE49-F238E27FC236}">
                <a16:creationId xmlns:a16="http://schemas.microsoft.com/office/drawing/2014/main" id="{DAA2F023-8D3E-43C2-A961-15A3F149151E}"/>
              </a:ext>
            </a:extLst>
          </p:cNvPr>
          <p:cNvSpPr/>
          <p:nvPr userDrawn="1"/>
        </p:nvSpPr>
        <p:spPr>
          <a:xfrm>
            <a:off x="9236208" y="1439427"/>
            <a:ext cx="384202" cy="384202"/>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Прямоугольник 17">
            <a:extLst>
              <a:ext uri="{FF2B5EF4-FFF2-40B4-BE49-F238E27FC236}">
                <a16:creationId xmlns:a16="http://schemas.microsoft.com/office/drawing/2014/main" id="{FDDC704E-27BB-4F59-9019-5DC5E5C5FA42}"/>
              </a:ext>
            </a:extLst>
          </p:cNvPr>
          <p:cNvSpPr/>
          <p:nvPr userDrawn="1"/>
        </p:nvSpPr>
        <p:spPr>
          <a:xfrm>
            <a:off x="9236208" y="1919236"/>
            <a:ext cx="384202" cy="384202"/>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Прямоугольник 18">
            <a:extLst>
              <a:ext uri="{FF2B5EF4-FFF2-40B4-BE49-F238E27FC236}">
                <a16:creationId xmlns:a16="http://schemas.microsoft.com/office/drawing/2014/main" id="{3ABABB65-8C93-4F0E-83B9-2D76B007DAFE}"/>
              </a:ext>
            </a:extLst>
          </p:cNvPr>
          <p:cNvSpPr/>
          <p:nvPr userDrawn="1"/>
        </p:nvSpPr>
        <p:spPr>
          <a:xfrm>
            <a:off x="9236208" y="2399045"/>
            <a:ext cx="384202" cy="38420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Прямоугольник 19">
            <a:extLst>
              <a:ext uri="{FF2B5EF4-FFF2-40B4-BE49-F238E27FC236}">
                <a16:creationId xmlns:a16="http://schemas.microsoft.com/office/drawing/2014/main" id="{9A9F4ABA-BD51-45A2-88F4-83588A71AF68}"/>
              </a:ext>
            </a:extLst>
          </p:cNvPr>
          <p:cNvSpPr/>
          <p:nvPr userDrawn="1"/>
        </p:nvSpPr>
        <p:spPr>
          <a:xfrm>
            <a:off x="9236208" y="2878854"/>
            <a:ext cx="384202" cy="384202"/>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Box 20">
            <a:extLst>
              <a:ext uri="{FF2B5EF4-FFF2-40B4-BE49-F238E27FC236}">
                <a16:creationId xmlns:a16="http://schemas.microsoft.com/office/drawing/2014/main" id="{A9ABB0DE-E510-4495-9AD9-14E72A50A081}"/>
              </a:ext>
            </a:extLst>
          </p:cNvPr>
          <p:cNvSpPr txBox="1"/>
          <p:nvPr userDrawn="1"/>
        </p:nvSpPr>
        <p:spPr>
          <a:xfrm>
            <a:off x="9620410" y="31547"/>
            <a:ext cx="840295" cy="307777"/>
          </a:xfrm>
          <a:prstGeom prst="rect">
            <a:avLst/>
          </a:prstGeom>
          <a:noFill/>
        </p:spPr>
        <p:txBody>
          <a:bodyPr wrap="none" rtlCol="0">
            <a:spAutoFit/>
          </a:bodyPr>
          <a:lstStyle/>
          <a:p>
            <a:r>
              <a:rPr lang="en-US" sz="700" b="1" dirty="0">
                <a:solidFill>
                  <a:schemeClr val="bg1">
                    <a:lumMod val="65000"/>
                  </a:schemeClr>
                </a:solidFill>
              </a:rPr>
              <a:t>MF green</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 0, 185, 86</a:t>
            </a:r>
          </a:p>
        </p:txBody>
      </p:sp>
      <p:sp>
        <p:nvSpPr>
          <p:cNvPr id="22" name="TextBox 21">
            <a:extLst>
              <a:ext uri="{FF2B5EF4-FFF2-40B4-BE49-F238E27FC236}">
                <a16:creationId xmlns:a16="http://schemas.microsoft.com/office/drawing/2014/main" id="{7A1B2A6A-5B15-4424-92F8-6533D42E0887}"/>
              </a:ext>
            </a:extLst>
          </p:cNvPr>
          <p:cNvSpPr txBox="1"/>
          <p:nvPr userDrawn="1"/>
        </p:nvSpPr>
        <p:spPr>
          <a:xfrm>
            <a:off x="9620410" y="518864"/>
            <a:ext cx="939681" cy="307777"/>
          </a:xfrm>
          <a:prstGeom prst="rect">
            <a:avLst/>
          </a:prstGeom>
          <a:noFill/>
        </p:spPr>
        <p:txBody>
          <a:bodyPr wrap="none" rtlCol="0">
            <a:spAutoFit/>
          </a:bodyPr>
          <a:lstStyle/>
          <a:p>
            <a:r>
              <a:rPr lang="en-US" sz="700" b="1" dirty="0">
                <a:solidFill>
                  <a:schemeClr val="bg1">
                    <a:lumMod val="65000"/>
                  </a:schemeClr>
                </a:solidFill>
              </a:rPr>
              <a:t>MF purple</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 115, 25, 130</a:t>
            </a:r>
          </a:p>
        </p:txBody>
      </p:sp>
      <p:sp>
        <p:nvSpPr>
          <p:cNvPr id="23" name="TextBox 22">
            <a:extLst>
              <a:ext uri="{FF2B5EF4-FFF2-40B4-BE49-F238E27FC236}">
                <a16:creationId xmlns:a16="http://schemas.microsoft.com/office/drawing/2014/main" id="{06755D65-61EB-48E3-9C6A-7156456F02B4}"/>
              </a:ext>
            </a:extLst>
          </p:cNvPr>
          <p:cNvSpPr txBox="1"/>
          <p:nvPr userDrawn="1"/>
        </p:nvSpPr>
        <p:spPr>
          <a:xfrm>
            <a:off x="9620410" y="990967"/>
            <a:ext cx="939681" cy="307777"/>
          </a:xfrm>
          <a:prstGeom prst="rect">
            <a:avLst/>
          </a:prstGeom>
          <a:noFill/>
        </p:spPr>
        <p:txBody>
          <a:bodyPr wrap="none" rtlCol="0">
            <a:spAutoFit/>
          </a:bodyPr>
          <a:lstStyle/>
          <a:p>
            <a:r>
              <a:rPr lang="en-US" sz="700" b="1" dirty="0">
                <a:solidFill>
                  <a:schemeClr val="bg1">
                    <a:lumMod val="65000"/>
                  </a:schemeClr>
                </a:solidFill>
              </a:rPr>
              <a:t>MF berry</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170</a:t>
            </a:r>
            <a:r>
              <a:rPr lang="ru-RU" sz="700" b="1" dirty="0">
                <a:solidFill>
                  <a:schemeClr val="bg1">
                    <a:lumMod val="65000"/>
                  </a:schemeClr>
                </a:solidFill>
              </a:rPr>
              <a:t>, </a:t>
            </a:r>
            <a:r>
              <a:rPr lang="en-US" sz="700" b="1" dirty="0">
                <a:solidFill>
                  <a:schemeClr val="bg1">
                    <a:lumMod val="65000"/>
                  </a:schemeClr>
                </a:solidFill>
              </a:rPr>
              <a:t>90</a:t>
            </a:r>
            <a:r>
              <a:rPr lang="ru-RU" sz="700" b="1" dirty="0">
                <a:solidFill>
                  <a:schemeClr val="bg1">
                    <a:lumMod val="65000"/>
                  </a:schemeClr>
                </a:solidFill>
              </a:rPr>
              <a:t>, </a:t>
            </a:r>
            <a:r>
              <a:rPr lang="en-US" sz="700" b="1" dirty="0">
                <a:solidFill>
                  <a:schemeClr val="bg1">
                    <a:lumMod val="65000"/>
                  </a:schemeClr>
                </a:solidFill>
              </a:rPr>
              <a:t>255</a:t>
            </a:r>
            <a:endParaRPr lang="ru-RU" sz="700" b="1" dirty="0">
              <a:solidFill>
                <a:schemeClr val="bg1">
                  <a:lumMod val="65000"/>
                </a:schemeClr>
              </a:solidFill>
            </a:endParaRPr>
          </a:p>
        </p:txBody>
      </p:sp>
      <p:sp>
        <p:nvSpPr>
          <p:cNvPr id="24" name="TextBox 23">
            <a:extLst>
              <a:ext uri="{FF2B5EF4-FFF2-40B4-BE49-F238E27FC236}">
                <a16:creationId xmlns:a16="http://schemas.microsoft.com/office/drawing/2014/main" id="{869AF757-4389-4536-ADAC-114E297055A7}"/>
              </a:ext>
            </a:extLst>
          </p:cNvPr>
          <p:cNvSpPr txBox="1"/>
          <p:nvPr userDrawn="1"/>
        </p:nvSpPr>
        <p:spPr>
          <a:xfrm>
            <a:off x="9620409" y="1478109"/>
            <a:ext cx="939681" cy="307777"/>
          </a:xfrm>
          <a:prstGeom prst="rect">
            <a:avLst/>
          </a:prstGeom>
          <a:noFill/>
        </p:spPr>
        <p:txBody>
          <a:bodyPr wrap="none" rtlCol="0">
            <a:spAutoFit/>
          </a:bodyPr>
          <a:lstStyle/>
          <a:p>
            <a:r>
              <a:rPr lang="en-US" sz="700" b="1" dirty="0">
                <a:solidFill>
                  <a:schemeClr val="bg1">
                    <a:lumMod val="65000"/>
                  </a:schemeClr>
                </a:solidFill>
              </a:rPr>
              <a:t>MF grass</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30</a:t>
            </a:r>
            <a:r>
              <a:rPr lang="ru-RU" sz="700" b="1" dirty="0">
                <a:solidFill>
                  <a:schemeClr val="bg1">
                    <a:lumMod val="65000"/>
                  </a:schemeClr>
                </a:solidFill>
              </a:rPr>
              <a:t>, </a:t>
            </a:r>
            <a:r>
              <a:rPr lang="en-US" sz="700" b="1" dirty="0">
                <a:solidFill>
                  <a:schemeClr val="bg1">
                    <a:lumMod val="65000"/>
                  </a:schemeClr>
                </a:solidFill>
              </a:rPr>
              <a:t>250</a:t>
            </a:r>
            <a:r>
              <a:rPr lang="ru-RU" sz="700" b="1" dirty="0">
                <a:solidFill>
                  <a:schemeClr val="bg1">
                    <a:lumMod val="65000"/>
                  </a:schemeClr>
                </a:solidFill>
              </a:rPr>
              <a:t>, </a:t>
            </a:r>
            <a:r>
              <a:rPr lang="en-US" sz="700" b="1" dirty="0">
                <a:solidFill>
                  <a:schemeClr val="bg1">
                    <a:lumMod val="65000"/>
                  </a:schemeClr>
                </a:solidFill>
              </a:rPr>
              <a:t>100</a:t>
            </a:r>
            <a:endParaRPr lang="ru-RU" sz="700" b="1" dirty="0">
              <a:solidFill>
                <a:schemeClr val="bg1">
                  <a:lumMod val="65000"/>
                </a:schemeClr>
              </a:solidFill>
            </a:endParaRPr>
          </a:p>
        </p:txBody>
      </p:sp>
      <p:sp>
        <p:nvSpPr>
          <p:cNvPr id="25" name="TextBox 24">
            <a:extLst>
              <a:ext uri="{FF2B5EF4-FFF2-40B4-BE49-F238E27FC236}">
                <a16:creationId xmlns:a16="http://schemas.microsoft.com/office/drawing/2014/main" id="{5ECD2731-4669-415E-A3DE-B332E2D32B2B}"/>
              </a:ext>
            </a:extLst>
          </p:cNvPr>
          <p:cNvSpPr txBox="1"/>
          <p:nvPr userDrawn="1"/>
        </p:nvSpPr>
        <p:spPr>
          <a:xfrm>
            <a:off x="9620409" y="1950168"/>
            <a:ext cx="889987" cy="307777"/>
          </a:xfrm>
          <a:prstGeom prst="rect">
            <a:avLst/>
          </a:prstGeom>
          <a:noFill/>
        </p:spPr>
        <p:txBody>
          <a:bodyPr wrap="none" rtlCol="0">
            <a:spAutoFit/>
          </a:bodyPr>
          <a:lstStyle/>
          <a:p>
            <a:r>
              <a:rPr lang="en-US" sz="700" b="1" dirty="0">
                <a:solidFill>
                  <a:schemeClr val="bg1">
                    <a:lumMod val="65000"/>
                  </a:schemeClr>
                </a:solidFill>
              </a:rPr>
              <a:t>MF lime</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170</a:t>
            </a:r>
            <a:r>
              <a:rPr lang="ru-RU" sz="700" b="1" dirty="0">
                <a:solidFill>
                  <a:schemeClr val="bg1">
                    <a:lumMod val="65000"/>
                  </a:schemeClr>
                </a:solidFill>
              </a:rPr>
              <a:t>, </a:t>
            </a:r>
            <a:r>
              <a:rPr lang="en-US" sz="700" b="1" dirty="0">
                <a:solidFill>
                  <a:schemeClr val="bg1">
                    <a:lumMod val="65000"/>
                  </a:schemeClr>
                </a:solidFill>
              </a:rPr>
              <a:t>255</a:t>
            </a:r>
            <a:r>
              <a:rPr lang="ru-RU" sz="700" b="1" dirty="0">
                <a:solidFill>
                  <a:schemeClr val="bg1">
                    <a:lumMod val="65000"/>
                  </a:schemeClr>
                </a:solidFill>
              </a:rPr>
              <a:t>, </a:t>
            </a:r>
            <a:r>
              <a:rPr lang="en-US" sz="700" b="1" dirty="0">
                <a:solidFill>
                  <a:schemeClr val="bg1">
                    <a:lumMod val="65000"/>
                  </a:schemeClr>
                </a:solidFill>
              </a:rPr>
              <a:t>0</a:t>
            </a:r>
            <a:endParaRPr lang="ru-RU" sz="700" b="1" dirty="0">
              <a:solidFill>
                <a:schemeClr val="bg1">
                  <a:lumMod val="65000"/>
                </a:schemeClr>
              </a:solidFill>
            </a:endParaRPr>
          </a:p>
        </p:txBody>
      </p:sp>
      <p:sp>
        <p:nvSpPr>
          <p:cNvPr id="26" name="TextBox 25">
            <a:extLst>
              <a:ext uri="{FF2B5EF4-FFF2-40B4-BE49-F238E27FC236}">
                <a16:creationId xmlns:a16="http://schemas.microsoft.com/office/drawing/2014/main" id="{D7EDDE40-BFCE-42F8-BCFC-87C8ED923444}"/>
              </a:ext>
            </a:extLst>
          </p:cNvPr>
          <p:cNvSpPr txBox="1"/>
          <p:nvPr userDrawn="1"/>
        </p:nvSpPr>
        <p:spPr>
          <a:xfrm>
            <a:off x="9630828" y="2429845"/>
            <a:ext cx="939681" cy="307777"/>
          </a:xfrm>
          <a:prstGeom prst="rect">
            <a:avLst/>
          </a:prstGeom>
          <a:noFill/>
        </p:spPr>
        <p:txBody>
          <a:bodyPr wrap="none" rtlCol="0">
            <a:spAutoFit/>
          </a:bodyPr>
          <a:lstStyle/>
          <a:p>
            <a:r>
              <a:rPr lang="en-US" sz="700" b="1" dirty="0">
                <a:solidFill>
                  <a:schemeClr val="bg1">
                    <a:lumMod val="65000"/>
                  </a:schemeClr>
                </a:solidFill>
              </a:rPr>
              <a:t>MF flamingo</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230</a:t>
            </a:r>
            <a:r>
              <a:rPr lang="ru-RU" sz="700" b="1" dirty="0">
                <a:solidFill>
                  <a:schemeClr val="bg1">
                    <a:lumMod val="65000"/>
                  </a:schemeClr>
                </a:solidFill>
              </a:rPr>
              <a:t>, </a:t>
            </a:r>
            <a:r>
              <a:rPr lang="en-US" sz="700" b="1" dirty="0">
                <a:solidFill>
                  <a:schemeClr val="bg1">
                    <a:lumMod val="65000"/>
                  </a:schemeClr>
                </a:solidFill>
              </a:rPr>
              <a:t>77</a:t>
            </a:r>
            <a:r>
              <a:rPr lang="ru-RU" sz="700" b="1" dirty="0">
                <a:solidFill>
                  <a:schemeClr val="bg1">
                    <a:lumMod val="65000"/>
                  </a:schemeClr>
                </a:solidFill>
              </a:rPr>
              <a:t>, </a:t>
            </a:r>
            <a:r>
              <a:rPr lang="en-US" sz="700" b="1" dirty="0">
                <a:solidFill>
                  <a:schemeClr val="bg1">
                    <a:lumMod val="65000"/>
                  </a:schemeClr>
                </a:solidFill>
              </a:rPr>
              <a:t>230</a:t>
            </a:r>
            <a:endParaRPr lang="ru-RU" sz="700" b="1" dirty="0">
              <a:solidFill>
                <a:schemeClr val="bg1">
                  <a:lumMod val="65000"/>
                </a:schemeClr>
              </a:solidFill>
            </a:endParaRPr>
          </a:p>
        </p:txBody>
      </p:sp>
      <p:sp>
        <p:nvSpPr>
          <p:cNvPr id="27" name="TextBox 26">
            <a:extLst>
              <a:ext uri="{FF2B5EF4-FFF2-40B4-BE49-F238E27FC236}">
                <a16:creationId xmlns:a16="http://schemas.microsoft.com/office/drawing/2014/main" id="{56586236-7DFC-4C6B-A92F-49F64C537452}"/>
              </a:ext>
            </a:extLst>
          </p:cNvPr>
          <p:cNvSpPr txBox="1"/>
          <p:nvPr userDrawn="1"/>
        </p:nvSpPr>
        <p:spPr>
          <a:xfrm>
            <a:off x="9630828" y="2917066"/>
            <a:ext cx="939681" cy="307777"/>
          </a:xfrm>
          <a:prstGeom prst="rect">
            <a:avLst/>
          </a:prstGeom>
          <a:noFill/>
        </p:spPr>
        <p:txBody>
          <a:bodyPr wrap="none" rtlCol="0">
            <a:spAutoFit/>
          </a:bodyPr>
          <a:lstStyle/>
          <a:p>
            <a:r>
              <a:rPr lang="en-US" sz="700" b="1" dirty="0">
                <a:solidFill>
                  <a:schemeClr val="bg1">
                    <a:lumMod val="65000"/>
                  </a:schemeClr>
                </a:solidFill>
              </a:rPr>
              <a:t>MF sky</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60</a:t>
            </a:r>
            <a:r>
              <a:rPr lang="ru-RU" sz="700" b="1" dirty="0">
                <a:solidFill>
                  <a:schemeClr val="bg1">
                    <a:lumMod val="65000"/>
                  </a:schemeClr>
                </a:solidFill>
              </a:rPr>
              <a:t>, </a:t>
            </a:r>
            <a:r>
              <a:rPr lang="en-US" sz="700" b="1" dirty="0">
                <a:solidFill>
                  <a:schemeClr val="bg1">
                    <a:lumMod val="65000"/>
                  </a:schemeClr>
                </a:solidFill>
              </a:rPr>
              <a:t>185</a:t>
            </a:r>
            <a:r>
              <a:rPr lang="ru-RU" sz="700" b="1" dirty="0">
                <a:solidFill>
                  <a:schemeClr val="bg1">
                    <a:lumMod val="65000"/>
                  </a:schemeClr>
                </a:solidFill>
              </a:rPr>
              <a:t>, </a:t>
            </a:r>
            <a:r>
              <a:rPr lang="en-US" sz="700" b="1" dirty="0">
                <a:solidFill>
                  <a:schemeClr val="bg1">
                    <a:lumMod val="65000"/>
                  </a:schemeClr>
                </a:solidFill>
              </a:rPr>
              <a:t>255</a:t>
            </a:r>
            <a:endParaRPr lang="ru-RU" sz="700" b="1" dirty="0">
              <a:solidFill>
                <a:schemeClr val="bg1">
                  <a:lumMod val="65000"/>
                </a:schemeClr>
              </a:solidFill>
            </a:endParaRPr>
          </a:p>
        </p:txBody>
      </p:sp>
    </p:spTree>
    <p:extLst>
      <p:ext uri="{BB962C8B-B14F-4D97-AF65-F5344CB8AC3E}">
        <p14:creationId xmlns:p14="http://schemas.microsoft.com/office/powerpoint/2010/main" val="48087664"/>
      </p:ext>
    </p:extLst>
  </p:cSld>
  <p:clrMap bg1="lt1" tx1="dk1" bg2="lt2" tx2="dk2" accent1="accent1" accent2="accent2" accent3="accent3" accent4="accent4" accent5="accent5" accent6="accent6" hlink="hlink" folHlink="folHlink"/>
  <p:sldLayoutIdLst>
    <p:sldLayoutId id="2147484512" r:id="rId1"/>
    <p:sldLayoutId id="2147484503" r:id="rId2"/>
    <p:sldLayoutId id="2147484034" r:id="rId3"/>
    <p:sldLayoutId id="2147484535" r:id="rId4"/>
    <p:sldLayoutId id="2147484498" r:id="rId5"/>
    <p:sldLayoutId id="2147484532" r:id="rId6"/>
    <p:sldLayoutId id="2147484544" r:id="rId7"/>
    <p:sldLayoutId id="2147484559" r:id="rId8"/>
    <p:sldLayoutId id="2147484550" r:id="rId9"/>
    <p:sldLayoutId id="2147484494" r:id="rId10"/>
    <p:sldLayoutId id="2147484529" r:id="rId11"/>
    <p:sldLayoutId id="2147484035" r:id="rId12"/>
    <p:sldLayoutId id="2147484553" r:id="rId13"/>
    <p:sldLayoutId id="2147484541" r:id="rId14"/>
    <p:sldLayoutId id="2147484556" r:id="rId15"/>
    <p:sldLayoutId id="2147484538" r:id="rId16"/>
    <p:sldLayoutId id="2147484547" r:id="rId17"/>
    <p:sldLayoutId id="2147484562" r:id="rId18"/>
    <p:sldLayoutId id="2147484526" r:id="rId19"/>
    <p:sldLayoutId id="2147484495" r:id="rId20"/>
    <p:sldLayoutId id="2147484565" r:id="rId21"/>
    <p:sldLayoutId id="2147484568" r:id="rId22"/>
    <p:sldLayoutId id="2147484496" r:id="rId23"/>
    <p:sldLayoutId id="2147484511" r:id="rId24"/>
    <p:sldLayoutId id="2147484524" r:id="rId25"/>
  </p:sldLayoutIdLst>
  <p:transition spd="slow">
    <p:fade thruBlk="1"/>
  </p:transition>
  <p:hf hdr="0" ftr="0"/>
  <p:txStyles>
    <p:titleStyle>
      <a:lvl1pPr algn="l" defTabSz="685800" rtl="0" eaLnBrk="1" latinLnBrk="0" hangingPunct="1">
        <a:lnSpc>
          <a:spcPct val="90000"/>
        </a:lnSpc>
        <a:spcBef>
          <a:spcPct val="0"/>
        </a:spcBef>
        <a:buNone/>
        <a:defRPr sz="2400" kern="1200">
          <a:solidFill>
            <a:schemeClr val="tx1"/>
          </a:solidFill>
          <a:latin typeface="Arial Black" panose="020B0A04020102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750C493-266D-4564-8EC1-C2A18435CAB7}"/>
              </a:ext>
            </a:extLst>
          </p:cNvPr>
          <p:cNvGraphicFramePr>
            <a:graphicFrameLocks noChangeAspect="1"/>
          </p:cNvGraphicFramePr>
          <p:nvPr userDrawn="1">
            <p:custDataLst>
              <p:tags r:id="rId26"/>
            </p:custDataLst>
            <p:extLst>
              <p:ext uri="{D42A27DB-BD31-4B8C-83A1-F6EECF244321}">
                <p14:modId xmlns:p14="http://schemas.microsoft.com/office/powerpoint/2010/main" val="8255978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3" name="Слайд think-cell" r:id="rId27" imgW="473" imgH="476" progId="TCLayout.ActiveDocument.1">
                  <p:embed/>
                </p:oleObj>
              </mc:Choice>
              <mc:Fallback>
                <p:oleObj name="Слайд think-cell" r:id="rId27" imgW="473" imgH="476" progId="TCLayout.ActiveDocument.1">
                  <p:embed/>
                  <p:pic>
                    <p:nvPicPr>
                      <p:cNvPr id="0" name=""/>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Заголовок 1">
            <a:extLst>
              <a:ext uri="{FF2B5EF4-FFF2-40B4-BE49-F238E27FC236}">
                <a16:creationId xmlns:a16="http://schemas.microsoft.com/office/drawing/2014/main" id="{BC6B5A3F-D939-4048-9869-11E623B8CBE5}"/>
              </a:ext>
            </a:extLst>
          </p:cNvPr>
          <p:cNvSpPr>
            <a:spLocks noGrp="1"/>
          </p:cNvSpPr>
          <p:nvPr>
            <p:ph type="title"/>
          </p:nvPr>
        </p:nvSpPr>
        <p:spPr>
          <a:xfrm>
            <a:off x="244091" y="0"/>
            <a:ext cx="6532724" cy="993775"/>
          </a:xfrm>
          <a:prstGeom prst="rect">
            <a:avLst/>
          </a:prstGeom>
        </p:spPr>
        <p:txBody>
          <a:bodyPr vert="horz" lIns="91440" tIns="45720" rIns="91440" bIns="45720" rtlCol="0" anchor="ctr">
            <a:normAutofit/>
          </a:bodyPr>
          <a:lstStyle/>
          <a:p>
            <a:r>
              <a:rPr lang="ru-RU" dirty="0"/>
              <a:t>ОБРАЗЕЦ ЗАГОЛОВКА</a:t>
            </a:r>
          </a:p>
        </p:txBody>
      </p:sp>
      <p:sp>
        <p:nvSpPr>
          <p:cNvPr id="9" name="Дата 3">
            <a:extLst>
              <a:ext uri="{FF2B5EF4-FFF2-40B4-BE49-F238E27FC236}">
                <a16:creationId xmlns:a16="http://schemas.microsoft.com/office/drawing/2014/main" id="{78CEBF8C-9BE1-4A62-827D-CD71FA808984}"/>
              </a:ext>
            </a:extLst>
          </p:cNvPr>
          <p:cNvSpPr>
            <a:spLocks noGrp="1"/>
          </p:cNvSpPr>
          <p:nvPr>
            <p:ph type="dt" sz="half" idx="2"/>
          </p:nvPr>
        </p:nvSpPr>
        <p:spPr>
          <a:xfrm>
            <a:off x="6842509" y="313754"/>
            <a:ext cx="2057400" cy="366266"/>
          </a:xfrm>
          <a:prstGeom prst="rect">
            <a:avLst/>
          </a:prstGeom>
        </p:spPr>
        <p:txBody>
          <a:bodyPr/>
          <a:lstStyle>
            <a:lvl1pPr algn="r">
              <a:defRPr/>
            </a:lvl1pPr>
          </a:lstStyle>
          <a:p>
            <a:r>
              <a:rPr lang="ru-RU" sz="800" b="1" dirty="0"/>
              <a:t>Название презентации </a:t>
            </a:r>
            <a:r>
              <a:rPr lang="en-US" sz="800" b="1" dirty="0"/>
              <a:t> </a:t>
            </a:r>
            <a:br>
              <a:rPr lang="ru-RU" dirty="0"/>
            </a:br>
            <a:r>
              <a:rPr lang="ru-RU" sz="700" dirty="0"/>
              <a:t>25.05.25</a:t>
            </a:r>
            <a:endParaRPr lang="ru-RU" dirty="0"/>
          </a:p>
        </p:txBody>
      </p:sp>
      <p:sp>
        <p:nvSpPr>
          <p:cNvPr id="11" name="Номер слайда 4">
            <a:extLst>
              <a:ext uri="{FF2B5EF4-FFF2-40B4-BE49-F238E27FC236}">
                <a16:creationId xmlns:a16="http://schemas.microsoft.com/office/drawing/2014/main" id="{6A1568CF-5BD5-455A-A665-CC627C5CBEF7}"/>
              </a:ext>
            </a:extLst>
          </p:cNvPr>
          <p:cNvSpPr>
            <a:spLocks noGrp="1"/>
          </p:cNvSpPr>
          <p:nvPr>
            <p:ph type="sldNum" sz="quarter" idx="4"/>
          </p:nvPr>
        </p:nvSpPr>
        <p:spPr>
          <a:xfrm>
            <a:off x="8347096" y="4768850"/>
            <a:ext cx="552813" cy="273050"/>
          </a:xfrm>
          <a:prstGeom prst="rect">
            <a:avLst/>
          </a:prstGeom>
        </p:spPr>
        <p:txBody>
          <a:bodyPr/>
          <a:lstStyle>
            <a:lvl1pPr algn="r">
              <a:defRPr sz="1200" b="1"/>
            </a:lvl1pPr>
          </a:lstStyle>
          <a:p>
            <a:fld id="{03D1A0BF-D385-4A72-B24F-35C80431A2AC}" type="slidenum">
              <a:rPr lang="ru-RU" smtClean="0"/>
              <a:pPr/>
              <a:t>‹#›</a:t>
            </a:fld>
            <a:endParaRPr lang="ru-RU"/>
          </a:p>
        </p:txBody>
      </p:sp>
      <p:sp>
        <p:nvSpPr>
          <p:cNvPr id="14" name="Прямоугольник 13">
            <a:extLst>
              <a:ext uri="{FF2B5EF4-FFF2-40B4-BE49-F238E27FC236}">
                <a16:creationId xmlns:a16="http://schemas.microsoft.com/office/drawing/2014/main" id="{D340524F-FA8B-4EC4-B02B-F006B6E61F03}"/>
              </a:ext>
            </a:extLst>
          </p:cNvPr>
          <p:cNvSpPr/>
          <p:nvPr userDrawn="1"/>
        </p:nvSpPr>
        <p:spPr>
          <a:xfrm>
            <a:off x="9236208" y="0"/>
            <a:ext cx="384202" cy="384202"/>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700" b="1" dirty="0"/>
          </a:p>
        </p:txBody>
      </p:sp>
      <p:sp>
        <p:nvSpPr>
          <p:cNvPr id="15" name="Прямоугольник 14">
            <a:extLst>
              <a:ext uri="{FF2B5EF4-FFF2-40B4-BE49-F238E27FC236}">
                <a16:creationId xmlns:a16="http://schemas.microsoft.com/office/drawing/2014/main" id="{88F17FE4-8ADA-4F94-904E-94B42D52FDED}"/>
              </a:ext>
            </a:extLst>
          </p:cNvPr>
          <p:cNvSpPr/>
          <p:nvPr userDrawn="1"/>
        </p:nvSpPr>
        <p:spPr>
          <a:xfrm>
            <a:off x="9236208" y="479809"/>
            <a:ext cx="384202" cy="384202"/>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CCE31644-BA9B-4DA0-AC6F-3EB3E8C15DC1}"/>
              </a:ext>
            </a:extLst>
          </p:cNvPr>
          <p:cNvSpPr/>
          <p:nvPr userDrawn="1"/>
        </p:nvSpPr>
        <p:spPr>
          <a:xfrm>
            <a:off x="9236208" y="959618"/>
            <a:ext cx="384202" cy="384202"/>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16">
            <a:extLst>
              <a:ext uri="{FF2B5EF4-FFF2-40B4-BE49-F238E27FC236}">
                <a16:creationId xmlns:a16="http://schemas.microsoft.com/office/drawing/2014/main" id="{A8C8B75E-0B62-4C5F-B3F0-2FB5B734FF34}"/>
              </a:ext>
            </a:extLst>
          </p:cNvPr>
          <p:cNvSpPr/>
          <p:nvPr userDrawn="1"/>
        </p:nvSpPr>
        <p:spPr>
          <a:xfrm>
            <a:off x="9236208" y="1439427"/>
            <a:ext cx="384202" cy="384202"/>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Прямоугольник 17">
            <a:extLst>
              <a:ext uri="{FF2B5EF4-FFF2-40B4-BE49-F238E27FC236}">
                <a16:creationId xmlns:a16="http://schemas.microsoft.com/office/drawing/2014/main" id="{054E35EE-0DFB-4505-9480-E1E260DC4F75}"/>
              </a:ext>
            </a:extLst>
          </p:cNvPr>
          <p:cNvSpPr/>
          <p:nvPr userDrawn="1"/>
        </p:nvSpPr>
        <p:spPr>
          <a:xfrm>
            <a:off x="9236208" y="1919236"/>
            <a:ext cx="384202" cy="384202"/>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Прямоугольник 18">
            <a:extLst>
              <a:ext uri="{FF2B5EF4-FFF2-40B4-BE49-F238E27FC236}">
                <a16:creationId xmlns:a16="http://schemas.microsoft.com/office/drawing/2014/main" id="{2FEB1E1C-E806-4B46-9350-964FFA03C0EF}"/>
              </a:ext>
            </a:extLst>
          </p:cNvPr>
          <p:cNvSpPr/>
          <p:nvPr userDrawn="1"/>
        </p:nvSpPr>
        <p:spPr>
          <a:xfrm>
            <a:off x="9236208" y="2399045"/>
            <a:ext cx="384202" cy="38420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Прямоугольник 19">
            <a:extLst>
              <a:ext uri="{FF2B5EF4-FFF2-40B4-BE49-F238E27FC236}">
                <a16:creationId xmlns:a16="http://schemas.microsoft.com/office/drawing/2014/main" id="{CBF7BC24-2942-4DB8-B40B-CCEE26A8E3FF}"/>
              </a:ext>
            </a:extLst>
          </p:cNvPr>
          <p:cNvSpPr/>
          <p:nvPr userDrawn="1"/>
        </p:nvSpPr>
        <p:spPr>
          <a:xfrm>
            <a:off x="9236208" y="2878854"/>
            <a:ext cx="384202" cy="384202"/>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Box 20">
            <a:extLst>
              <a:ext uri="{FF2B5EF4-FFF2-40B4-BE49-F238E27FC236}">
                <a16:creationId xmlns:a16="http://schemas.microsoft.com/office/drawing/2014/main" id="{AF57802D-A04B-48DC-9878-0685B7BE2B99}"/>
              </a:ext>
            </a:extLst>
          </p:cNvPr>
          <p:cNvSpPr txBox="1"/>
          <p:nvPr userDrawn="1"/>
        </p:nvSpPr>
        <p:spPr>
          <a:xfrm>
            <a:off x="9620410" y="31547"/>
            <a:ext cx="840295" cy="307777"/>
          </a:xfrm>
          <a:prstGeom prst="rect">
            <a:avLst/>
          </a:prstGeom>
          <a:noFill/>
        </p:spPr>
        <p:txBody>
          <a:bodyPr wrap="none" rtlCol="0">
            <a:spAutoFit/>
          </a:bodyPr>
          <a:lstStyle/>
          <a:p>
            <a:r>
              <a:rPr lang="en-US" sz="700" b="1" dirty="0">
                <a:solidFill>
                  <a:schemeClr val="bg1">
                    <a:lumMod val="65000"/>
                  </a:schemeClr>
                </a:solidFill>
              </a:rPr>
              <a:t>MF green</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 0, 185, 86</a:t>
            </a:r>
          </a:p>
        </p:txBody>
      </p:sp>
      <p:sp>
        <p:nvSpPr>
          <p:cNvPr id="22" name="TextBox 21">
            <a:extLst>
              <a:ext uri="{FF2B5EF4-FFF2-40B4-BE49-F238E27FC236}">
                <a16:creationId xmlns:a16="http://schemas.microsoft.com/office/drawing/2014/main" id="{D26680B7-5F16-496B-A9A7-7C581DA33CFA}"/>
              </a:ext>
            </a:extLst>
          </p:cNvPr>
          <p:cNvSpPr txBox="1"/>
          <p:nvPr userDrawn="1"/>
        </p:nvSpPr>
        <p:spPr>
          <a:xfrm>
            <a:off x="9620410" y="518864"/>
            <a:ext cx="939681" cy="307777"/>
          </a:xfrm>
          <a:prstGeom prst="rect">
            <a:avLst/>
          </a:prstGeom>
          <a:noFill/>
        </p:spPr>
        <p:txBody>
          <a:bodyPr wrap="none" rtlCol="0">
            <a:spAutoFit/>
          </a:bodyPr>
          <a:lstStyle/>
          <a:p>
            <a:r>
              <a:rPr lang="en-US" sz="700" b="1" dirty="0">
                <a:solidFill>
                  <a:schemeClr val="bg1">
                    <a:lumMod val="65000"/>
                  </a:schemeClr>
                </a:solidFill>
              </a:rPr>
              <a:t>MF purple</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 115, 25, 130</a:t>
            </a:r>
          </a:p>
        </p:txBody>
      </p:sp>
      <p:sp>
        <p:nvSpPr>
          <p:cNvPr id="23" name="TextBox 22">
            <a:extLst>
              <a:ext uri="{FF2B5EF4-FFF2-40B4-BE49-F238E27FC236}">
                <a16:creationId xmlns:a16="http://schemas.microsoft.com/office/drawing/2014/main" id="{EB78A5EE-CF32-42F0-A2CB-BB4B70830575}"/>
              </a:ext>
            </a:extLst>
          </p:cNvPr>
          <p:cNvSpPr txBox="1"/>
          <p:nvPr userDrawn="1"/>
        </p:nvSpPr>
        <p:spPr>
          <a:xfrm>
            <a:off x="9620410" y="990967"/>
            <a:ext cx="939681" cy="307777"/>
          </a:xfrm>
          <a:prstGeom prst="rect">
            <a:avLst/>
          </a:prstGeom>
          <a:noFill/>
        </p:spPr>
        <p:txBody>
          <a:bodyPr wrap="none" rtlCol="0">
            <a:spAutoFit/>
          </a:bodyPr>
          <a:lstStyle/>
          <a:p>
            <a:r>
              <a:rPr lang="en-US" sz="700" b="1" dirty="0">
                <a:solidFill>
                  <a:schemeClr val="bg1">
                    <a:lumMod val="65000"/>
                  </a:schemeClr>
                </a:solidFill>
              </a:rPr>
              <a:t>MF berry</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170</a:t>
            </a:r>
            <a:r>
              <a:rPr lang="ru-RU" sz="700" b="1" dirty="0">
                <a:solidFill>
                  <a:schemeClr val="bg1">
                    <a:lumMod val="65000"/>
                  </a:schemeClr>
                </a:solidFill>
              </a:rPr>
              <a:t>, </a:t>
            </a:r>
            <a:r>
              <a:rPr lang="en-US" sz="700" b="1" dirty="0">
                <a:solidFill>
                  <a:schemeClr val="bg1">
                    <a:lumMod val="65000"/>
                  </a:schemeClr>
                </a:solidFill>
              </a:rPr>
              <a:t>90</a:t>
            </a:r>
            <a:r>
              <a:rPr lang="ru-RU" sz="700" b="1" dirty="0">
                <a:solidFill>
                  <a:schemeClr val="bg1">
                    <a:lumMod val="65000"/>
                  </a:schemeClr>
                </a:solidFill>
              </a:rPr>
              <a:t>, </a:t>
            </a:r>
            <a:r>
              <a:rPr lang="en-US" sz="700" b="1" dirty="0">
                <a:solidFill>
                  <a:schemeClr val="bg1">
                    <a:lumMod val="65000"/>
                  </a:schemeClr>
                </a:solidFill>
              </a:rPr>
              <a:t>255</a:t>
            </a:r>
            <a:endParaRPr lang="ru-RU" sz="700" b="1" dirty="0">
              <a:solidFill>
                <a:schemeClr val="bg1">
                  <a:lumMod val="65000"/>
                </a:schemeClr>
              </a:solidFill>
            </a:endParaRPr>
          </a:p>
        </p:txBody>
      </p:sp>
      <p:sp>
        <p:nvSpPr>
          <p:cNvPr id="24" name="TextBox 23">
            <a:extLst>
              <a:ext uri="{FF2B5EF4-FFF2-40B4-BE49-F238E27FC236}">
                <a16:creationId xmlns:a16="http://schemas.microsoft.com/office/drawing/2014/main" id="{99A5243C-A624-4474-8AF6-E3B2A62ED64C}"/>
              </a:ext>
            </a:extLst>
          </p:cNvPr>
          <p:cNvSpPr txBox="1"/>
          <p:nvPr userDrawn="1"/>
        </p:nvSpPr>
        <p:spPr>
          <a:xfrm>
            <a:off x="9620409" y="1478109"/>
            <a:ext cx="939681" cy="307777"/>
          </a:xfrm>
          <a:prstGeom prst="rect">
            <a:avLst/>
          </a:prstGeom>
          <a:noFill/>
        </p:spPr>
        <p:txBody>
          <a:bodyPr wrap="none" rtlCol="0">
            <a:spAutoFit/>
          </a:bodyPr>
          <a:lstStyle/>
          <a:p>
            <a:r>
              <a:rPr lang="en-US" sz="700" b="1" dirty="0">
                <a:solidFill>
                  <a:schemeClr val="bg1">
                    <a:lumMod val="65000"/>
                  </a:schemeClr>
                </a:solidFill>
              </a:rPr>
              <a:t>MF grass</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30</a:t>
            </a:r>
            <a:r>
              <a:rPr lang="ru-RU" sz="700" b="1" dirty="0">
                <a:solidFill>
                  <a:schemeClr val="bg1">
                    <a:lumMod val="65000"/>
                  </a:schemeClr>
                </a:solidFill>
              </a:rPr>
              <a:t>, </a:t>
            </a:r>
            <a:r>
              <a:rPr lang="en-US" sz="700" b="1" dirty="0">
                <a:solidFill>
                  <a:schemeClr val="bg1">
                    <a:lumMod val="65000"/>
                  </a:schemeClr>
                </a:solidFill>
              </a:rPr>
              <a:t>250</a:t>
            </a:r>
            <a:r>
              <a:rPr lang="ru-RU" sz="700" b="1" dirty="0">
                <a:solidFill>
                  <a:schemeClr val="bg1">
                    <a:lumMod val="65000"/>
                  </a:schemeClr>
                </a:solidFill>
              </a:rPr>
              <a:t>, </a:t>
            </a:r>
            <a:r>
              <a:rPr lang="en-US" sz="700" b="1" dirty="0">
                <a:solidFill>
                  <a:schemeClr val="bg1">
                    <a:lumMod val="65000"/>
                  </a:schemeClr>
                </a:solidFill>
              </a:rPr>
              <a:t>100</a:t>
            </a:r>
            <a:endParaRPr lang="ru-RU" sz="700" b="1" dirty="0">
              <a:solidFill>
                <a:schemeClr val="bg1">
                  <a:lumMod val="65000"/>
                </a:schemeClr>
              </a:solidFill>
            </a:endParaRPr>
          </a:p>
        </p:txBody>
      </p:sp>
      <p:sp>
        <p:nvSpPr>
          <p:cNvPr id="25" name="TextBox 24">
            <a:extLst>
              <a:ext uri="{FF2B5EF4-FFF2-40B4-BE49-F238E27FC236}">
                <a16:creationId xmlns:a16="http://schemas.microsoft.com/office/drawing/2014/main" id="{84F2D930-884B-4FC3-866F-8062A1FBE3D7}"/>
              </a:ext>
            </a:extLst>
          </p:cNvPr>
          <p:cNvSpPr txBox="1"/>
          <p:nvPr userDrawn="1"/>
        </p:nvSpPr>
        <p:spPr>
          <a:xfrm>
            <a:off x="9620409" y="1950168"/>
            <a:ext cx="889987" cy="307777"/>
          </a:xfrm>
          <a:prstGeom prst="rect">
            <a:avLst/>
          </a:prstGeom>
          <a:noFill/>
        </p:spPr>
        <p:txBody>
          <a:bodyPr wrap="none" rtlCol="0">
            <a:spAutoFit/>
          </a:bodyPr>
          <a:lstStyle/>
          <a:p>
            <a:r>
              <a:rPr lang="en-US" sz="700" b="1" dirty="0">
                <a:solidFill>
                  <a:schemeClr val="bg1">
                    <a:lumMod val="65000"/>
                  </a:schemeClr>
                </a:solidFill>
              </a:rPr>
              <a:t>MF lime</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170</a:t>
            </a:r>
            <a:r>
              <a:rPr lang="ru-RU" sz="700" b="1" dirty="0">
                <a:solidFill>
                  <a:schemeClr val="bg1">
                    <a:lumMod val="65000"/>
                  </a:schemeClr>
                </a:solidFill>
              </a:rPr>
              <a:t>, </a:t>
            </a:r>
            <a:r>
              <a:rPr lang="en-US" sz="700" b="1" dirty="0">
                <a:solidFill>
                  <a:schemeClr val="bg1">
                    <a:lumMod val="65000"/>
                  </a:schemeClr>
                </a:solidFill>
              </a:rPr>
              <a:t>255</a:t>
            </a:r>
            <a:r>
              <a:rPr lang="ru-RU" sz="700" b="1" dirty="0">
                <a:solidFill>
                  <a:schemeClr val="bg1">
                    <a:lumMod val="65000"/>
                  </a:schemeClr>
                </a:solidFill>
              </a:rPr>
              <a:t>, </a:t>
            </a:r>
            <a:r>
              <a:rPr lang="en-US" sz="700" b="1" dirty="0">
                <a:solidFill>
                  <a:schemeClr val="bg1">
                    <a:lumMod val="65000"/>
                  </a:schemeClr>
                </a:solidFill>
              </a:rPr>
              <a:t>0</a:t>
            </a:r>
            <a:endParaRPr lang="ru-RU" sz="700" b="1" dirty="0">
              <a:solidFill>
                <a:schemeClr val="bg1">
                  <a:lumMod val="65000"/>
                </a:schemeClr>
              </a:solidFill>
            </a:endParaRPr>
          </a:p>
        </p:txBody>
      </p:sp>
      <p:sp>
        <p:nvSpPr>
          <p:cNvPr id="26" name="TextBox 25">
            <a:extLst>
              <a:ext uri="{FF2B5EF4-FFF2-40B4-BE49-F238E27FC236}">
                <a16:creationId xmlns:a16="http://schemas.microsoft.com/office/drawing/2014/main" id="{5018718E-722B-4ED7-93B9-1F75B874CC29}"/>
              </a:ext>
            </a:extLst>
          </p:cNvPr>
          <p:cNvSpPr txBox="1"/>
          <p:nvPr userDrawn="1"/>
        </p:nvSpPr>
        <p:spPr>
          <a:xfrm>
            <a:off x="9630828" y="2429845"/>
            <a:ext cx="939681" cy="307777"/>
          </a:xfrm>
          <a:prstGeom prst="rect">
            <a:avLst/>
          </a:prstGeom>
          <a:noFill/>
        </p:spPr>
        <p:txBody>
          <a:bodyPr wrap="none" rtlCol="0">
            <a:spAutoFit/>
          </a:bodyPr>
          <a:lstStyle/>
          <a:p>
            <a:r>
              <a:rPr lang="en-US" sz="700" b="1" dirty="0">
                <a:solidFill>
                  <a:schemeClr val="bg1">
                    <a:lumMod val="65000"/>
                  </a:schemeClr>
                </a:solidFill>
              </a:rPr>
              <a:t>MF flamingo</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230</a:t>
            </a:r>
            <a:r>
              <a:rPr lang="ru-RU" sz="700" b="1" dirty="0">
                <a:solidFill>
                  <a:schemeClr val="bg1">
                    <a:lumMod val="65000"/>
                  </a:schemeClr>
                </a:solidFill>
              </a:rPr>
              <a:t>, </a:t>
            </a:r>
            <a:r>
              <a:rPr lang="en-US" sz="700" b="1" dirty="0">
                <a:solidFill>
                  <a:schemeClr val="bg1">
                    <a:lumMod val="65000"/>
                  </a:schemeClr>
                </a:solidFill>
              </a:rPr>
              <a:t>77</a:t>
            </a:r>
            <a:r>
              <a:rPr lang="ru-RU" sz="700" b="1" dirty="0">
                <a:solidFill>
                  <a:schemeClr val="bg1">
                    <a:lumMod val="65000"/>
                  </a:schemeClr>
                </a:solidFill>
              </a:rPr>
              <a:t>, </a:t>
            </a:r>
            <a:r>
              <a:rPr lang="en-US" sz="700" b="1" dirty="0">
                <a:solidFill>
                  <a:schemeClr val="bg1">
                    <a:lumMod val="65000"/>
                  </a:schemeClr>
                </a:solidFill>
              </a:rPr>
              <a:t>230</a:t>
            </a:r>
            <a:endParaRPr lang="ru-RU" sz="700" b="1" dirty="0">
              <a:solidFill>
                <a:schemeClr val="bg1">
                  <a:lumMod val="65000"/>
                </a:schemeClr>
              </a:solidFill>
            </a:endParaRPr>
          </a:p>
        </p:txBody>
      </p:sp>
      <p:sp>
        <p:nvSpPr>
          <p:cNvPr id="27" name="TextBox 26">
            <a:extLst>
              <a:ext uri="{FF2B5EF4-FFF2-40B4-BE49-F238E27FC236}">
                <a16:creationId xmlns:a16="http://schemas.microsoft.com/office/drawing/2014/main" id="{B6D30372-18B4-4605-A1A1-C80F76F8C1DB}"/>
              </a:ext>
            </a:extLst>
          </p:cNvPr>
          <p:cNvSpPr txBox="1"/>
          <p:nvPr userDrawn="1"/>
        </p:nvSpPr>
        <p:spPr>
          <a:xfrm>
            <a:off x="9630828" y="2917066"/>
            <a:ext cx="939681" cy="307777"/>
          </a:xfrm>
          <a:prstGeom prst="rect">
            <a:avLst/>
          </a:prstGeom>
          <a:noFill/>
        </p:spPr>
        <p:txBody>
          <a:bodyPr wrap="none" rtlCol="0">
            <a:spAutoFit/>
          </a:bodyPr>
          <a:lstStyle/>
          <a:p>
            <a:r>
              <a:rPr lang="en-US" sz="700" b="1" dirty="0">
                <a:solidFill>
                  <a:schemeClr val="bg1">
                    <a:lumMod val="65000"/>
                  </a:schemeClr>
                </a:solidFill>
              </a:rPr>
              <a:t>MF sky</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60</a:t>
            </a:r>
            <a:r>
              <a:rPr lang="ru-RU" sz="700" b="1" dirty="0">
                <a:solidFill>
                  <a:schemeClr val="bg1">
                    <a:lumMod val="65000"/>
                  </a:schemeClr>
                </a:solidFill>
              </a:rPr>
              <a:t>, </a:t>
            </a:r>
            <a:r>
              <a:rPr lang="en-US" sz="700" b="1" dirty="0">
                <a:solidFill>
                  <a:schemeClr val="bg1">
                    <a:lumMod val="65000"/>
                  </a:schemeClr>
                </a:solidFill>
              </a:rPr>
              <a:t>185</a:t>
            </a:r>
            <a:r>
              <a:rPr lang="ru-RU" sz="700" b="1" dirty="0">
                <a:solidFill>
                  <a:schemeClr val="bg1">
                    <a:lumMod val="65000"/>
                  </a:schemeClr>
                </a:solidFill>
              </a:rPr>
              <a:t>, </a:t>
            </a:r>
            <a:r>
              <a:rPr lang="en-US" sz="700" b="1" dirty="0">
                <a:solidFill>
                  <a:schemeClr val="bg1">
                    <a:lumMod val="65000"/>
                  </a:schemeClr>
                </a:solidFill>
              </a:rPr>
              <a:t>255</a:t>
            </a:r>
            <a:endParaRPr lang="ru-RU" sz="700" b="1" dirty="0">
              <a:solidFill>
                <a:schemeClr val="bg1">
                  <a:lumMod val="65000"/>
                </a:schemeClr>
              </a:solidFill>
            </a:endParaRPr>
          </a:p>
        </p:txBody>
      </p:sp>
    </p:spTree>
    <p:extLst>
      <p:ext uri="{BB962C8B-B14F-4D97-AF65-F5344CB8AC3E}">
        <p14:creationId xmlns:p14="http://schemas.microsoft.com/office/powerpoint/2010/main" val="1461968277"/>
      </p:ext>
    </p:extLst>
  </p:cSld>
  <p:clrMap bg1="lt1" tx1="dk1" bg2="lt2" tx2="dk2" accent1="accent1" accent2="accent2" accent3="accent3" accent4="accent4" accent5="accent5" accent6="accent6" hlink="hlink" folHlink="folHlink"/>
  <p:sldLayoutIdLst>
    <p:sldLayoutId id="2147484597" r:id="rId1"/>
    <p:sldLayoutId id="2147484598" r:id="rId2"/>
    <p:sldLayoutId id="2147484599" r:id="rId3"/>
    <p:sldLayoutId id="2147484600" r:id="rId4"/>
    <p:sldLayoutId id="2147484601" r:id="rId5"/>
    <p:sldLayoutId id="2147484602" r:id="rId6"/>
    <p:sldLayoutId id="2147484603" r:id="rId7"/>
    <p:sldLayoutId id="2147484604" r:id="rId8"/>
    <p:sldLayoutId id="2147484605" r:id="rId9"/>
    <p:sldLayoutId id="2147484606" r:id="rId10"/>
    <p:sldLayoutId id="2147484607" r:id="rId11"/>
    <p:sldLayoutId id="2147484608" r:id="rId12"/>
    <p:sldLayoutId id="2147484609" r:id="rId13"/>
    <p:sldLayoutId id="2147484610" r:id="rId14"/>
    <p:sldLayoutId id="2147484611" r:id="rId15"/>
    <p:sldLayoutId id="2147484612" r:id="rId16"/>
    <p:sldLayoutId id="2147484613" r:id="rId17"/>
    <p:sldLayoutId id="2147484614" r:id="rId18"/>
    <p:sldLayoutId id="2147484615" r:id="rId19"/>
    <p:sldLayoutId id="2147484616" r:id="rId20"/>
    <p:sldLayoutId id="2147484617" r:id="rId21"/>
    <p:sldLayoutId id="2147484618" r:id="rId22"/>
    <p:sldLayoutId id="2147484619" r:id="rId23"/>
  </p:sldLayoutIdLst>
  <p:transition spd="slow">
    <p:fade thruBlk="1"/>
  </p:transition>
  <p:hf hdr="0" ftr="0"/>
  <p:txStyles>
    <p:titleStyle>
      <a:lvl1pPr algn="l" defTabSz="685800" rtl="0" eaLnBrk="1" latinLnBrk="0" hangingPunct="1">
        <a:lnSpc>
          <a:spcPct val="90000"/>
        </a:lnSpc>
        <a:spcBef>
          <a:spcPct val="0"/>
        </a:spcBef>
        <a:buNone/>
        <a:defRPr sz="2400" kern="1200">
          <a:solidFill>
            <a:schemeClr val="tx1"/>
          </a:solidFill>
          <a:latin typeface="Arial Black" panose="020B0A04020102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6A79367F-58B4-4AFE-84F2-31AC7FBCD666}"/>
              </a:ext>
            </a:extLst>
          </p:cNvPr>
          <p:cNvGraphicFramePr>
            <a:graphicFrameLocks noChangeAspect="1"/>
          </p:cNvGraphicFramePr>
          <p:nvPr userDrawn="1">
            <p:custDataLst>
              <p:tags r:id="rId26"/>
            </p:custDataLst>
            <p:extLst>
              <p:ext uri="{D42A27DB-BD31-4B8C-83A1-F6EECF244321}">
                <p14:modId xmlns:p14="http://schemas.microsoft.com/office/powerpoint/2010/main" val="3705512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77" name="Слайд think-cell" r:id="rId27" imgW="473" imgH="476" progId="TCLayout.ActiveDocument.1">
                  <p:embed/>
                </p:oleObj>
              </mc:Choice>
              <mc:Fallback>
                <p:oleObj name="Слайд think-cell" r:id="rId27" imgW="473" imgH="476" progId="TCLayout.ActiveDocument.1">
                  <p:embed/>
                  <p:pic>
                    <p:nvPicPr>
                      <p:cNvPr id="0" name=""/>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Заголовок 1">
            <a:extLst>
              <a:ext uri="{FF2B5EF4-FFF2-40B4-BE49-F238E27FC236}">
                <a16:creationId xmlns:a16="http://schemas.microsoft.com/office/drawing/2014/main" id="{BC6B5A3F-D939-4048-9869-11E623B8CBE5}"/>
              </a:ext>
            </a:extLst>
          </p:cNvPr>
          <p:cNvSpPr>
            <a:spLocks noGrp="1"/>
          </p:cNvSpPr>
          <p:nvPr>
            <p:ph type="title"/>
          </p:nvPr>
        </p:nvSpPr>
        <p:spPr>
          <a:xfrm>
            <a:off x="244091" y="0"/>
            <a:ext cx="6532724" cy="993775"/>
          </a:xfrm>
          <a:prstGeom prst="rect">
            <a:avLst/>
          </a:prstGeom>
        </p:spPr>
        <p:txBody>
          <a:bodyPr vert="horz" lIns="91440" tIns="45720" rIns="91440" bIns="45720" rtlCol="0" anchor="ctr">
            <a:normAutofit/>
          </a:bodyPr>
          <a:lstStyle/>
          <a:p>
            <a:r>
              <a:rPr lang="ru-RU" dirty="0"/>
              <a:t>ОБРАЗЕЦ ЗАГОЛОВКА</a:t>
            </a:r>
          </a:p>
        </p:txBody>
      </p:sp>
      <p:sp>
        <p:nvSpPr>
          <p:cNvPr id="9" name="Дата 3">
            <a:extLst>
              <a:ext uri="{FF2B5EF4-FFF2-40B4-BE49-F238E27FC236}">
                <a16:creationId xmlns:a16="http://schemas.microsoft.com/office/drawing/2014/main" id="{78CEBF8C-9BE1-4A62-827D-CD71FA808984}"/>
              </a:ext>
            </a:extLst>
          </p:cNvPr>
          <p:cNvSpPr>
            <a:spLocks noGrp="1"/>
          </p:cNvSpPr>
          <p:nvPr>
            <p:ph type="dt" sz="half" idx="2"/>
          </p:nvPr>
        </p:nvSpPr>
        <p:spPr>
          <a:xfrm>
            <a:off x="6842509" y="313754"/>
            <a:ext cx="2057400" cy="366266"/>
          </a:xfrm>
          <a:prstGeom prst="rect">
            <a:avLst/>
          </a:prstGeom>
        </p:spPr>
        <p:txBody>
          <a:bodyPr/>
          <a:lstStyle>
            <a:lvl1pPr algn="r">
              <a:defRPr/>
            </a:lvl1pPr>
          </a:lstStyle>
          <a:p>
            <a:r>
              <a:rPr lang="ru-RU" sz="800" b="1" dirty="0"/>
              <a:t>Название презентации </a:t>
            </a:r>
            <a:r>
              <a:rPr lang="en-US" sz="800" b="1" dirty="0"/>
              <a:t> </a:t>
            </a:r>
            <a:br>
              <a:rPr lang="ru-RU" dirty="0"/>
            </a:br>
            <a:r>
              <a:rPr lang="ru-RU" sz="700" dirty="0"/>
              <a:t>25.05.25</a:t>
            </a:r>
            <a:endParaRPr lang="ru-RU" dirty="0"/>
          </a:p>
        </p:txBody>
      </p:sp>
      <p:sp>
        <p:nvSpPr>
          <p:cNvPr id="11" name="Номер слайда 4">
            <a:extLst>
              <a:ext uri="{FF2B5EF4-FFF2-40B4-BE49-F238E27FC236}">
                <a16:creationId xmlns:a16="http://schemas.microsoft.com/office/drawing/2014/main" id="{6A1568CF-5BD5-455A-A665-CC627C5CBEF7}"/>
              </a:ext>
            </a:extLst>
          </p:cNvPr>
          <p:cNvSpPr>
            <a:spLocks noGrp="1"/>
          </p:cNvSpPr>
          <p:nvPr>
            <p:ph type="sldNum" sz="quarter" idx="4"/>
          </p:nvPr>
        </p:nvSpPr>
        <p:spPr>
          <a:xfrm>
            <a:off x="8347096" y="4768850"/>
            <a:ext cx="552813" cy="273050"/>
          </a:xfrm>
          <a:prstGeom prst="rect">
            <a:avLst/>
          </a:prstGeom>
        </p:spPr>
        <p:txBody>
          <a:bodyPr/>
          <a:lstStyle>
            <a:lvl1pPr algn="r">
              <a:defRPr sz="1200" b="1"/>
            </a:lvl1pPr>
          </a:lstStyle>
          <a:p>
            <a:fld id="{03D1A0BF-D385-4A72-B24F-35C80431A2AC}" type="slidenum">
              <a:rPr lang="ru-RU" smtClean="0"/>
              <a:pPr/>
              <a:t>‹#›</a:t>
            </a:fld>
            <a:endParaRPr lang="ru-RU"/>
          </a:p>
        </p:txBody>
      </p:sp>
      <p:sp>
        <p:nvSpPr>
          <p:cNvPr id="5" name="Прямоугольник 4">
            <a:extLst>
              <a:ext uri="{FF2B5EF4-FFF2-40B4-BE49-F238E27FC236}">
                <a16:creationId xmlns:a16="http://schemas.microsoft.com/office/drawing/2014/main" id="{67C6C573-2DE8-4D2E-BC04-2510D773F3B4}"/>
              </a:ext>
            </a:extLst>
          </p:cNvPr>
          <p:cNvSpPr/>
          <p:nvPr userDrawn="1"/>
        </p:nvSpPr>
        <p:spPr>
          <a:xfrm>
            <a:off x="9236208" y="0"/>
            <a:ext cx="384202" cy="384202"/>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700" b="1" dirty="0"/>
          </a:p>
        </p:txBody>
      </p:sp>
      <p:sp>
        <p:nvSpPr>
          <p:cNvPr id="6" name="Прямоугольник 5">
            <a:extLst>
              <a:ext uri="{FF2B5EF4-FFF2-40B4-BE49-F238E27FC236}">
                <a16:creationId xmlns:a16="http://schemas.microsoft.com/office/drawing/2014/main" id="{4DB4E078-1888-44BA-ADB1-176B0432510B}"/>
              </a:ext>
            </a:extLst>
          </p:cNvPr>
          <p:cNvSpPr/>
          <p:nvPr userDrawn="1"/>
        </p:nvSpPr>
        <p:spPr>
          <a:xfrm>
            <a:off x="9236208" y="479809"/>
            <a:ext cx="384202" cy="384202"/>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a:extLst>
              <a:ext uri="{FF2B5EF4-FFF2-40B4-BE49-F238E27FC236}">
                <a16:creationId xmlns:a16="http://schemas.microsoft.com/office/drawing/2014/main" id="{23D06B56-D2E5-491D-936C-0BF03DE7ACA3}"/>
              </a:ext>
            </a:extLst>
          </p:cNvPr>
          <p:cNvSpPr/>
          <p:nvPr userDrawn="1"/>
        </p:nvSpPr>
        <p:spPr>
          <a:xfrm>
            <a:off x="9236208" y="959618"/>
            <a:ext cx="384202" cy="384202"/>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7">
            <a:extLst>
              <a:ext uri="{FF2B5EF4-FFF2-40B4-BE49-F238E27FC236}">
                <a16:creationId xmlns:a16="http://schemas.microsoft.com/office/drawing/2014/main" id="{1DF5AE93-57D1-4299-AC2E-156E0B7085D9}"/>
              </a:ext>
            </a:extLst>
          </p:cNvPr>
          <p:cNvSpPr/>
          <p:nvPr userDrawn="1"/>
        </p:nvSpPr>
        <p:spPr>
          <a:xfrm>
            <a:off x="9236208" y="1439427"/>
            <a:ext cx="384202" cy="384202"/>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8EDB2CD3-85CC-4FC2-AFCE-AE9AD68D0174}"/>
              </a:ext>
            </a:extLst>
          </p:cNvPr>
          <p:cNvSpPr/>
          <p:nvPr userDrawn="1"/>
        </p:nvSpPr>
        <p:spPr>
          <a:xfrm>
            <a:off x="9236208" y="1919236"/>
            <a:ext cx="384202" cy="384202"/>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Прямоугольник 11">
            <a:extLst>
              <a:ext uri="{FF2B5EF4-FFF2-40B4-BE49-F238E27FC236}">
                <a16:creationId xmlns:a16="http://schemas.microsoft.com/office/drawing/2014/main" id="{3F59AF20-A052-409D-9DC5-3FCD56E71C66}"/>
              </a:ext>
            </a:extLst>
          </p:cNvPr>
          <p:cNvSpPr/>
          <p:nvPr userDrawn="1"/>
        </p:nvSpPr>
        <p:spPr>
          <a:xfrm>
            <a:off x="9236208" y="2399045"/>
            <a:ext cx="384202" cy="38420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8029606B-39AF-4F7F-8866-E8824EA118E2}"/>
              </a:ext>
            </a:extLst>
          </p:cNvPr>
          <p:cNvSpPr/>
          <p:nvPr userDrawn="1"/>
        </p:nvSpPr>
        <p:spPr>
          <a:xfrm>
            <a:off x="9236208" y="2878854"/>
            <a:ext cx="384202" cy="384202"/>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Box 3">
            <a:extLst>
              <a:ext uri="{FF2B5EF4-FFF2-40B4-BE49-F238E27FC236}">
                <a16:creationId xmlns:a16="http://schemas.microsoft.com/office/drawing/2014/main" id="{C11FB67E-0DF9-46E5-A531-68A2AC4F3446}"/>
              </a:ext>
            </a:extLst>
          </p:cNvPr>
          <p:cNvSpPr txBox="1"/>
          <p:nvPr userDrawn="1"/>
        </p:nvSpPr>
        <p:spPr>
          <a:xfrm>
            <a:off x="9620410" y="31547"/>
            <a:ext cx="840295" cy="307777"/>
          </a:xfrm>
          <a:prstGeom prst="rect">
            <a:avLst/>
          </a:prstGeom>
          <a:noFill/>
        </p:spPr>
        <p:txBody>
          <a:bodyPr wrap="none" rtlCol="0">
            <a:spAutoFit/>
          </a:bodyPr>
          <a:lstStyle/>
          <a:p>
            <a:r>
              <a:rPr lang="en-US" sz="700" b="1" dirty="0">
                <a:solidFill>
                  <a:schemeClr val="bg1">
                    <a:lumMod val="65000"/>
                  </a:schemeClr>
                </a:solidFill>
              </a:rPr>
              <a:t>MF green</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 0, 185, 86</a:t>
            </a:r>
          </a:p>
        </p:txBody>
      </p:sp>
      <p:sp>
        <p:nvSpPr>
          <p:cNvPr id="14" name="TextBox 13">
            <a:extLst>
              <a:ext uri="{FF2B5EF4-FFF2-40B4-BE49-F238E27FC236}">
                <a16:creationId xmlns:a16="http://schemas.microsoft.com/office/drawing/2014/main" id="{9393426B-83A3-42F1-9A10-E12B66346476}"/>
              </a:ext>
            </a:extLst>
          </p:cNvPr>
          <p:cNvSpPr txBox="1"/>
          <p:nvPr userDrawn="1"/>
        </p:nvSpPr>
        <p:spPr>
          <a:xfrm>
            <a:off x="9620410" y="518864"/>
            <a:ext cx="939681" cy="307777"/>
          </a:xfrm>
          <a:prstGeom prst="rect">
            <a:avLst/>
          </a:prstGeom>
          <a:noFill/>
        </p:spPr>
        <p:txBody>
          <a:bodyPr wrap="none" rtlCol="0">
            <a:spAutoFit/>
          </a:bodyPr>
          <a:lstStyle/>
          <a:p>
            <a:r>
              <a:rPr lang="en-US" sz="700" b="1" dirty="0">
                <a:solidFill>
                  <a:schemeClr val="bg1">
                    <a:lumMod val="65000"/>
                  </a:schemeClr>
                </a:solidFill>
              </a:rPr>
              <a:t>MF purple</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 115, 25, 130</a:t>
            </a:r>
          </a:p>
        </p:txBody>
      </p:sp>
      <p:sp>
        <p:nvSpPr>
          <p:cNvPr id="15" name="TextBox 14">
            <a:extLst>
              <a:ext uri="{FF2B5EF4-FFF2-40B4-BE49-F238E27FC236}">
                <a16:creationId xmlns:a16="http://schemas.microsoft.com/office/drawing/2014/main" id="{5A88F293-8AD8-4EAD-95DA-7FEF2B0321F6}"/>
              </a:ext>
            </a:extLst>
          </p:cNvPr>
          <p:cNvSpPr txBox="1"/>
          <p:nvPr userDrawn="1"/>
        </p:nvSpPr>
        <p:spPr>
          <a:xfrm>
            <a:off x="9620410" y="990967"/>
            <a:ext cx="939681" cy="307777"/>
          </a:xfrm>
          <a:prstGeom prst="rect">
            <a:avLst/>
          </a:prstGeom>
          <a:noFill/>
        </p:spPr>
        <p:txBody>
          <a:bodyPr wrap="none" rtlCol="0">
            <a:spAutoFit/>
          </a:bodyPr>
          <a:lstStyle/>
          <a:p>
            <a:r>
              <a:rPr lang="en-US" sz="700" b="1" dirty="0">
                <a:solidFill>
                  <a:schemeClr val="bg1">
                    <a:lumMod val="65000"/>
                  </a:schemeClr>
                </a:solidFill>
              </a:rPr>
              <a:t>MF berry</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170</a:t>
            </a:r>
            <a:r>
              <a:rPr lang="ru-RU" sz="700" b="1" dirty="0">
                <a:solidFill>
                  <a:schemeClr val="bg1">
                    <a:lumMod val="65000"/>
                  </a:schemeClr>
                </a:solidFill>
              </a:rPr>
              <a:t>, </a:t>
            </a:r>
            <a:r>
              <a:rPr lang="en-US" sz="700" b="1" dirty="0">
                <a:solidFill>
                  <a:schemeClr val="bg1">
                    <a:lumMod val="65000"/>
                  </a:schemeClr>
                </a:solidFill>
              </a:rPr>
              <a:t>90</a:t>
            </a:r>
            <a:r>
              <a:rPr lang="ru-RU" sz="700" b="1" dirty="0">
                <a:solidFill>
                  <a:schemeClr val="bg1">
                    <a:lumMod val="65000"/>
                  </a:schemeClr>
                </a:solidFill>
              </a:rPr>
              <a:t>, </a:t>
            </a:r>
            <a:r>
              <a:rPr lang="en-US" sz="700" b="1" dirty="0">
                <a:solidFill>
                  <a:schemeClr val="bg1">
                    <a:lumMod val="65000"/>
                  </a:schemeClr>
                </a:solidFill>
              </a:rPr>
              <a:t>255</a:t>
            </a:r>
            <a:endParaRPr lang="ru-RU" sz="700" b="1" dirty="0">
              <a:solidFill>
                <a:schemeClr val="bg1">
                  <a:lumMod val="65000"/>
                </a:schemeClr>
              </a:solidFill>
            </a:endParaRPr>
          </a:p>
        </p:txBody>
      </p:sp>
      <p:sp>
        <p:nvSpPr>
          <p:cNvPr id="16" name="TextBox 15">
            <a:extLst>
              <a:ext uri="{FF2B5EF4-FFF2-40B4-BE49-F238E27FC236}">
                <a16:creationId xmlns:a16="http://schemas.microsoft.com/office/drawing/2014/main" id="{0F6AA702-91A0-408E-9254-EA1900FE3CF1}"/>
              </a:ext>
            </a:extLst>
          </p:cNvPr>
          <p:cNvSpPr txBox="1"/>
          <p:nvPr userDrawn="1"/>
        </p:nvSpPr>
        <p:spPr>
          <a:xfrm>
            <a:off x="9620409" y="1478109"/>
            <a:ext cx="939681" cy="307777"/>
          </a:xfrm>
          <a:prstGeom prst="rect">
            <a:avLst/>
          </a:prstGeom>
          <a:noFill/>
        </p:spPr>
        <p:txBody>
          <a:bodyPr wrap="none" rtlCol="0">
            <a:spAutoFit/>
          </a:bodyPr>
          <a:lstStyle/>
          <a:p>
            <a:r>
              <a:rPr lang="en-US" sz="700" b="1" dirty="0">
                <a:solidFill>
                  <a:schemeClr val="bg1">
                    <a:lumMod val="65000"/>
                  </a:schemeClr>
                </a:solidFill>
              </a:rPr>
              <a:t>MF grass</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30</a:t>
            </a:r>
            <a:r>
              <a:rPr lang="ru-RU" sz="700" b="1" dirty="0">
                <a:solidFill>
                  <a:schemeClr val="bg1">
                    <a:lumMod val="65000"/>
                  </a:schemeClr>
                </a:solidFill>
              </a:rPr>
              <a:t>, </a:t>
            </a:r>
            <a:r>
              <a:rPr lang="en-US" sz="700" b="1" dirty="0">
                <a:solidFill>
                  <a:schemeClr val="bg1">
                    <a:lumMod val="65000"/>
                  </a:schemeClr>
                </a:solidFill>
              </a:rPr>
              <a:t>250</a:t>
            </a:r>
            <a:r>
              <a:rPr lang="ru-RU" sz="700" b="1" dirty="0">
                <a:solidFill>
                  <a:schemeClr val="bg1">
                    <a:lumMod val="65000"/>
                  </a:schemeClr>
                </a:solidFill>
              </a:rPr>
              <a:t>, </a:t>
            </a:r>
            <a:r>
              <a:rPr lang="en-US" sz="700" b="1" dirty="0">
                <a:solidFill>
                  <a:schemeClr val="bg1">
                    <a:lumMod val="65000"/>
                  </a:schemeClr>
                </a:solidFill>
              </a:rPr>
              <a:t>100</a:t>
            </a:r>
            <a:endParaRPr lang="ru-RU" sz="700" b="1" dirty="0">
              <a:solidFill>
                <a:schemeClr val="bg1">
                  <a:lumMod val="65000"/>
                </a:schemeClr>
              </a:solidFill>
            </a:endParaRPr>
          </a:p>
        </p:txBody>
      </p:sp>
      <p:sp>
        <p:nvSpPr>
          <p:cNvPr id="17" name="TextBox 16">
            <a:extLst>
              <a:ext uri="{FF2B5EF4-FFF2-40B4-BE49-F238E27FC236}">
                <a16:creationId xmlns:a16="http://schemas.microsoft.com/office/drawing/2014/main" id="{4A7BE4D4-A0C5-4CE9-8372-0CED8FC44CDD}"/>
              </a:ext>
            </a:extLst>
          </p:cNvPr>
          <p:cNvSpPr txBox="1"/>
          <p:nvPr userDrawn="1"/>
        </p:nvSpPr>
        <p:spPr>
          <a:xfrm>
            <a:off x="9620409" y="1950168"/>
            <a:ext cx="889987" cy="307777"/>
          </a:xfrm>
          <a:prstGeom prst="rect">
            <a:avLst/>
          </a:prstGeom>
          <a:noFill/>
        </p:spPr>
        <p:txBody>
          <a:bodyPr wrap="none" rtlCol="0">
            <a:spAutoFit/>
          </a:bodyPr>
          <a:lstStyle/>
          <a:p>
            <a:r>
              <a:rPr lang="en-US" sz="700" b="1" dirty="0">
                <a:solidFill>
                  <a:schemeClr val="bg1">
                    <a:lumMod val="65000"/>
                  </a:schemeClr>
                </a:solidFill>
              </a:rPr>
              <a:t>MF lime</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170</a:t>
            </a:r>
            <a:r>
              <a:rPr lang="ru-RU" sz="700" b="1" dirty="0">
                <a:solidFill>
                  <a:schemeClr val="bg1">
                    <a:lumMod val="65000"/>
                  </a:schemeClr>
                </a:solidFill>
              </a:rPr>
              <a:t>, </a:t>
            </a:r>
            <a:r>
              <a:rPr lang="en-US" sz="700" b="1" dirty="0">
                <a:solidFill>
                  <a:schemeClr val="bg1">
                    <a:lumMod val="65000"/>
                  </a:schemeClr>
                </a:solidFill>
              </a:rPr>
              <a:t>255</a:t>
            </a:r>
            <a:r>
              <a:rPr lang="ru-RU" sz="700" b="1" dirty="0">
                <a:solidFill>
                  <a:schemeClr val="bg1">
                    <a:lumMod val="65000"/>
                  </a:schemeClr>
                </a:solidFill>
              </a:rPr>
              <a:t>, </a:t>
            </a:r>
            <a:r>
              <a:rPr lang="en-US" sz="700" b="1" dirty="0">
                <a:solidFill>
                  <a:schemeClr val="bg1">
                    <a:lumMod val="65000"/>
                  </a:schemeClr>
                </a:solidFill>
              </a:rPr>
              <a:t>0</a:t>
            </a:r>
            <a:endParaRPr lang="ru-RU" sz="700" b="1" dirty="0">
              <a:solidFill>
                <a:schemeClr val="bg1">
                  <a:lumMod val="65000"/>
                </a:schemeClr>
              </a:solidFill>
            </a:endParaRPr>
          </a:p>
        </p:txBody>
      </p:sp>
      <p:sp>
        <p:nvSpPr>
          <p:cNvPr id="18" name="TextBox 17">
            <a:extLst>
              <a:ext uri="{FF2B5EF4-FFF2-40B4-BE49-F238E27FC236}">
                <a16:creationId xmlns:a16="http://schemas.microsoft.com/office/drawing/2014/main" id="{A9E6D9DB-C7CD-4AEF-9C8C-B9737450BE81}"/>
              </a:ext>
            </a:extLst>
          </p:cNvPr>
          <p:cNvSpPr txBox="1"/>
          <p:nvPr userDrawn="1"/>
        </p:nvSpPr>
        <p:spPr>
          <a:xfrm>
            <a:off x="9630828" y="2429845"/>
            <a:ext cx="939681" cy="307777"/>
          </a:xfrm>
          <a:prstGeom prst="rect">
            <a:avLst/>
          </a:prstGeom>
          <a:noFill/>
        </p:spPr>
        <p:txBody>
          <a:bodyPr wrap="none" rtlCol="0">
            <a:spAutoFit/>
          </a:bodyPr>
          <a:lstStyle/>
          <a:p>
            <a:r>
              <a:rPr lang="en-US" sz="700" b="1" dirty="0">
                <a:solidFill>
                  <a:schemeClr val="bg1">
                    <a:lumMod val="65000"/>
                  </a:schemeClr>
                </a:solidFill>
              </a:rPr>
              <a:t>MF flamingo</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230</a:t>
            </a:r>
            <a:r>
              <a:rPr lang="ru-RU" sz="700" b="1" dirty="0">
                <a:solidFill>
                  <a:schemeClr val="bg1">
                    <a:lumMod val="65000"/>
                  </a:schemeClr>
                </a:solidFill>
              </a:rPr>
              <a:t>, </a:t>
            </a:r>
            <a:r>
              <a:rPr lang="en-US" sz="700" b="1" dirty="0">
                <a:solidFill>
                  <a:schemeClr val="bg1">
                    <a:lumMod val="65000"/>
                  </a:schemeClr>
                </a:solidFill>
              </a:rPr>
              <a:t>77</a:t>
            </a:r>
            <a:r>
              <a:rPr lang="ru-RU" sz="700" b="1" dirty="0">
                <a:solidFill>
                  <a:schemeClr val="bg1">
                    <a:lumMod val="65000"/>
                  </a:schemeClr>
                </a:solidFill>
              </a:rPr>
              <a:t>, </a:t>
            </a:r>
            <a:r>
              <a:rPr lang="en-US" sz="700" b="1" dirty="0">
                <a:solidFill>
                  <a:schemeClr val="bg1">
                    <a:lumMod val="65000"/>
                  </a:schemeClr>
                </a:solidFill>
              </a:rPr>
              <a:t>230</a:t>
            </a:r>
            <a:endParaRPr lang="ru-RU" sz="700" b="1" dirty="0">
              <a:solidFill>
                <a:schemeClr val="bg1">
                  <a:lumMod val="65000"/>
                </a:schemeClr>
              </a:solidFill>
            </a:endParaRPr>
          </a:p>
        </p:txBody>
      </p:sp>
      <p:sp>
        <p:nvSpPr>
          <p:cNvPr id="19" name="TextBox 18">
            <a:extLst>
              <a:ext uri="{FF2B5EF4-FFF2-40B4-BE49-F238E27FC236}">
                <a16:creationId xmlns:a16="http://schemas.microsoft.com/office/drawing/2014/main" id="{3964DC20-4310-4EFA-B850-74D7618B1AA1}"/>
              </a:ext>
            </a:extLst>
          </p:cNvPr>
          <p:cNvSpPr txBox="1"/>
          <p:nvPr userDrawn="1"/>
        </p:nvSpPr>
        <p:spPr>
          <a:xfrm>
            <a:off x="9630828" y="2917066"/>
            <a:ext cx="939681" cy="307777"/>
          </a:xfrm>
          <a:prstGeom prst="rect">
            <a:avLst/>
          </a:prstGeom>
          <a:noFill/>
        </p:spPr>
        <p:txBody>
          <a:bodyPr wrap="none" rtlCol="0">
            <a:spAutoFit/>
          </a:bodyPr>
          <a:lstStyle/>
          <a:p>
            <a:r>
              <a:rPr lang="en-US" sz="700" b="1" dirty="0">
                <a:solidFill>
                  <a:schemeClr val="bg1">
                    <a:lumMod val="65000"/>
                  </a:schemeClr>
                </a:solidFill>
              </a:rPr>
              <a:t>MF sky</a:t>
            </a:r>
            <a:br>
              <a:rPr lang="en-US" sz="700" b="1" dirty="0">
                <a:solidFill>
                  <a:schemeClr val="bg1">
                    <a:lumMod val="65000"/>
                  </a:schemeClr>
                </a:solidFill>
              </a:rPr>
            </a:br>
            <a:r>
              <a:rPr lang="en-US" sz="700" b="1" dirty="0">
                <a:solidFill>
                  <a:schemeClr val="bg1">
                    <a:lumMod val="65000"/>
                  </a:schemeClr>
                </a:solidFill>
              </a:rPr>
              <a:t>RGB</a:t>
            </a:r>
            <a:r>
              <a:rPr lang="ru-RU" sz="700" b="1" dirty="0">
                <a:solidFill>
                  <a:schemeClr val="bg1">
                    <a:lumMod val="65000"/>
                  </a:schemeClr>
                </a:solidFill>
              </a:rPr>
              <a:t>:</a:t>
            </a:r>
            <a:r>
              <a:rPr lang="en-US" sz="700" b="1" dirty="0">
                <a:solidFill>
                  <a:schemeClr val="bg1">
                    <a:lumMod val="65000"/>
                  </a:schemeClr>
                </a:solidFill>
              </a:rPr>
              <a:t> 60</a:t>
            </a:r>
            <a:r>
              <a:rPr lang="ru-RU" sz="700" b="1" dirty="0">
                <a:solidFill>
                  <a:schemeClr val="bg1">
                    <a:lumMod val="65000"/>
                  </a:schemeClr>
                </a:solidFill>
              </a:rPr>
              <a:t>, </a:t>
            </a:r>
            <a:r>
              <a:rPr lang="en-US" sz="700" b="1" dirty="0">
                <a:solidFill>
                  <a:schemeClr val="bg1">
                    <a:lumMod val="65000"/>
                  </a:schemeClr>
                </a:solidFill>
              </a:rPr>
              <a:t>185</a:t>
            </a:r>
            <a:r>
              <a:rPr lang="ru-RU" sz="700" b="1" dirty="0">
                <a:solidFill>
                  <a:schemeClr val="bg1">
                    <a:lumMod val="65000"/>
                  </a:schemeClr>
                </a:solidFill>
              </a:rPr>
              <a:t>, </a:t>
            </a:r>
            <a:r>
              <a:rPr lang="en-US" sz="700" b="1" dirty="0">
                <a:solidFill>
                  <a:schemeClr val="bg1">
                    <a:lumMod val="65000"/>
                  </a:schemeClr>
                </a:solidFill>
              </a:rPr>
              <a:t>255</a:t>
            </a:r>
            <a:endParaRPr lang="ru-RU" sz="700" b="1" dirty="0">
              <a:solidFill>
                <a:schemeClr val="bg1">
                  <a:lumMod val="65000"/>
                </a:schemeClr>
              </a:solidFill>
            </a:endParaRPr>
          </a:p>
        </p:txBody>
      </p:sp>
    </p:spTree>
    <p:extLst>
      <p:ext uri="{BB962C8B-B14F-4D97-AF65-F5344CB8AC3E}">
        <p14:creationId xmlns:p14="http://schemas.microsoft.com/office/powerpoint/2010/main" val="4039534513"/>
      </p:ext>
    </p:extLst>
  </p:cSld>
  <p:clrMap bg1="lt1" tx1="dk1" bg2="lt2" tx2="dk2" accent1="accent1" accent2="accent2" accent3="accent3" accent4="accent4" accent5="accent5" accent6="accent6" hlink="hlink" folHlink="folHlink"/>
  <p:sldLayoutIdLst>
    <p:sldLayoutId id="2147484692" r:id="rId1"/>
    <p:sldLayoutId id="2147484693" r:id="rId2"/>
    <p:sldLayoutId id="2147484694" r:id="rId3"/>
    <p:sldLayoutId id="2147484695" r:id="rId4"/>
    <p:sldLayoutId id="2147484696" r:id="rId5"/>
    <p:sldLayoutId id="2147484697" r:id="rId6"/>
    <p:sldLayoutId id="2147484698" r:id="rId7"/>
    <p:sldLayoutId id="2147484699" r:id="rId8"/>
    <p:sldLayoutId id="2147484700" r:id="rId9"/>
    <p:sldLayoutId id="2147484701" r:id="rId10"/>
    <p:sldLayoutId id="2147484702" r:id="rId11"/>
    <p:sldLayoutId id="2147484703" r:id="rId12"/>
    <p:sldLayoutId id="2147484704" r:id="rId13"/>
    <p:sldLayoutId id="2147484705" r:id="rId14"/>
    <p:sldLayoutId id="2147484706" r:id="rId15"/>
    <p:sldLayoutId id="2147484707" r:id="rId16"/>
    <p:sldLayoutId id="2147484708" r:id="rId17"/>
    <p:sldLayoutId id="2147484709" r:id="rId18"/>
    <p:sldLayoutId id="2147484710" r:id="rId19"/>
    <p:sldLayoutId id="2147484711" r:id="rId20"/>
    <p:sldLayoutId id="2147484712" r:id="rId21"/>
    <p:sldLayoutId id="2147484713" r:id="rId22"/>
    <p:sldLayoutId id="2147484714" r:id="rId23"/>
  </p:sldLayoutIdLst>
  <p:transition spd="slow">
    <p:fade thruBlk="1"/>
  </p:transition>
  <p:hf hdr="0" ftr="0"/>
  <p:txStyles>
    <p:titleStyle>
      <a:lvl1pPr algn="l" defTabSz="685800" rtl="0" eaLnBrk="1" latinLnBrk="0" hangingPunct="1">
        <a:lnSpc>
          <a:spcPct val="90000"/>
        </a:lnSpc>
        <a:spcBef>
          <a:spcPct val="0"/>
        </a:spcBef>
        <a:buNone/>
        <a:defRPr sz="2400" kern="1200">
          <a:solidFill>
            <a:schemeClr val="tx1"/>
          </a:solidFill>
          <a:latin typeface="Arial Black" panose="020B0A04020102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Тёмная тема.">
  <a:themeElements>
    <a:clrScheme name="Другая 4">
      <a:dk1>
        <a:srgbClr val="00B956"/>
      </a:dk1>
      <a:lt1>
        <a:srgbClr val="FFFFFF"/>
      </a:lt1>
      <a:dk2>
        <a:srgbClr val="00B956"/>
      </a:dk2>
      <a:lt2>
        <a:srgbClr val="000000"/>
      </a:lt2>
      <a:accent1>
        <a:srgbClr val="E64DE6"/>
      </a:accent1>
      <a:accent2>
        <a:srgbClr val="1EFA64"/>
      </a:accent2>
      <a:accent3>
        <a:srgbClr val="AAFF00"/>
      </a:accent3>
      <a:accent4>
        <a:srgbClr val="3CB9FF"/>
      </a:accent4>
      <a:accent5>
        <a:srgbClr val="AA5AFF"/>
      </a:accent5>
      <a:accent6>
        <a:srgbClr val="731982"/>
      </a:accent6>
      <a:hlink>
        <a:srgbClr val="1EFA64"/>
      </a:hlink>
      <a:folHlink>
        <a:srgbClr val="1EFA6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lumMod val="50000"/>
              </a:schemeClr>
            </a:gs>
            <a:gs pos="75000">
              <a:schemeClr val="bg2"/>
            </a:gs>
          </a:gsLst>
          <a:lin ang="8100000" scaled="1"/>
          <a:tileRect/>
        </a:gradFill>
        <a:ln>
          <a:noFill/>
        </a:ln>
        <a:effectLst>
          <a:outerShdw blurRad="850900" dist="38100" dir="2100000" algn="tl" rotWithShape="0">
            <a:prstClr val="black">
              <a:alpha val="6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Зелёная тема.">
  <a:themeElements>
    <a:clrScheme name="Другая 4">
      <a:dk1>
        <a:srgbClr val="00B956"/>
      </a:dk1>
      <a:lt1>
        <a:srgbClr val="FFFFFF"/>
      </a:lt1>
      <a:dk2>
        <a:srgbClr val="00B956"/>
      </a:dk2>
      <a:lt2>
        <a:srgbClr val="000000"/>
      </a:lt2>
      <a:accent1>
        <a:srgbClr val="E64DE6"/>
      </a:accent1>
      <a:accent2>
        <a:srgbClr val="1EFA64"/>
      </a:accent2>
      <a:accent3>
        <a:srgbClr val="AAFF00"/>
      </a:accent3>
      <a:accent4>
        <a:srgbClr val="3CB9FF"/>
      </a:accent4>
      <a:accent5>
        <a:srgbClr val="AA5AFF"/>
      </a:accent5>
      <a:accent6>
        <a:srgbClr val="731982"/>
      </a:accent6>
      <a:hlink>
        <a:srgbClr val="1EFA64"/>
      </a:hlink>
      <a:folHlink>
        <a:srgbClr val="1EFA6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lumMod val="50000"/>
              </a:schemeClr>
            </a:gs>
            <a:gs pos="75000">
              <a:schemeClr val="bg2"/>
            </a:gs>
          </a:gsLst>
          <a:lin ang="8100000" scaled="1"/>
          <a:tileRect/>
        </a:gradFill>
        <a:ln>
          <a:noFill/>
        </a:ln>
        <a:effectLst>
          <a:outerShdw blurRad="850900" dist="38100" dir="2100000" algn="tl" rotWithShape="0">
            <a:prstClr val="black">
              <a:alpha val="6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Белая тема.">
  <a:themeElements>
    <a:clrScheme name="Другая 4">
      <a:dk1>
        <a:srgbClr val="00B956"/>
      </a:dk1>
      <a:lt1>
        <a:srgbClr val="FFFFFF"/>
      </a:lt1>
      <a:dk2>
        <a:srgbClr val="00B956"/>
      </a:dk2>
      <a:lt2>
        <a:srgbClr val="000000"/>
      </a:lt2>
      <a:accent1>
        <a:srgbClr val="E64DE6"/>
      </a:accent1>
      <a:accent2>
        <a:srgbClr val="1EFA64"/>
      </a:accent2>
      <a:accent3>
        <a:srgbClr val="AAFF00"/>
      </a:accent3>
      <a:accent4>
        <a:srgbClr val="3CB9FF"/>
      </a:accent4>
      <a:accent5>
        <a:srgbClr val="AA5AFF"/>
      </a:accent5>
      <a:accent6>
        <a:srgbClr val="731982"/>
      </a:accent6>
      <a:hlink>
        <a:srgbClr val="1EFA64"/>
      </a:hlink>
      <a:folHlink>
        <a:srgbClr val="1EFA6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lumMod val="50000"/>
              </a:schemeClr>
            </a:gs>
            <a:gs pos="75000">
              <a:schemeClr val="bg2"/>
            </a:gs>
          </a:gsLst>
          <a:lin ang="8100000" scaled="1"/>
          <a:tileRect/>
        </a:gradFill>
        <a:ln>
          <a:noFill/>
        </a:ln>
        <a:effectLst>
          <a:outerShdw blurRad="850900" dist="38100" dir="2100000" algn="tl" rotWithShape="0">
            <a:prstClr val="black">
              <a:alpha val="6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MegaFon POTX Template 191218 (002)</Template>
  <TotalTime>0</TotalTime>
  <Words>5</Words>
  <Application>Microsoft Office PowerPoint</Application>
  <PresentationFormat>Произвольный</PresentationFormat>
  <Paragraphs>2</Paragraphs>
  <Slides>1</Slides>
  <Notes>0</Notes>
  <HiddenSlides>0</HiddenSlides>
  <MMClips>0</MMClips>
  <ScaleCrop>false</ScaleCrop>
  <HeadingPairs>
    <vt:vector size="8" baseType="variant">
      <vt:variant>
        <vt:lpstr>Использованные шрифты</vt:lpstr>
      </vt:variant>
      <vt:variant>
        <vt:i4>3</vt:i4>
      </vt:variant>
      <vt:variant>
        <vt:lpstr>Тема</vt:lpstr>
      </vt:variant>
      <vt:variant>
        <vt:i4>3</vt:i4>
      </vt:variant>
      <vt:variant>
        <vt:lpstr>Внедренные серверы OLE</vt:lpstr>
      </vt:variant>
      <vt:variant>
        <vt:i4>1</vt:i4>
      </vt:variant>
      <vt:variant>
        <vt:lpstr>Заголовки слайдов</vt:lpstr>
      </vt:variant>
      <vt:variant>
        <vt:i4>1</vt:i4>
      </vt:variant>
    </vt:vector>
  </HeadingPairs>
  <TitlesOfParts>
    <vt:vector size="8" baseType="lpstr">
      <vt:lpstr>Arial</vt:lpstr>
      <vt:lpstr>Arial Black</vt:lpstr>
      <vt:lpstr>Calibri</vt:lpstr>
      <vt:lpstr>Тёмная тема.</vt:lpstr>
      <vt:lpstr>Зелёная тема.</vt:lpstr>
      <vt:lpstr>Белая тема.</vt:lpstr>
      <vt:lpstr>Слайд think-cell</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2026-03-23T14:49:44Z</dcterms:created>
  <dcterms:modified xsi:type="dcterms:W3CDTF">2026-03-23T14:50:16Z</dcterms:modified>
</cp:coreProperties>
</file>